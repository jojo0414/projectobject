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6" r:id="rId2"/>
    <p:sldId id="264" r:id="rId3"/>
    <p:sldId id="328" r:id="rId4"/>
    <p:sldId id="352" r:id="rId5"/>
    <p:sldId id="353" r:id="rId6"/>
    <p:sldId id="354" r:id="rId7"/>
    <p:sldId id="356" r:id="rId8"/>
    <p:sldId id="316" r:id="rId9"/>
    <p:sldId id="360" r:id="rId10"/>
    <p:sldId id="357" r:id="rId11"/>
    <p:sldId id="303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123DD9A-DCD3-44FE-A85E-801AF35B03B2}">
          <p14:sldIdLst>
            <p14:sldId id="296"/>
            <p14:sldId id="264"/>
          </p14:sldIdLst>
        </p14:section>
        <p14:section name="yolov4" id="{4AE314B2-9D82-4BB9-91A5-B71D7D6AA224}">
          <p14:sldIdLst>
            <p14:sldId id="328"/>
            <p14:sldId id="352"/>
            <p14:sldId id="353"/>
            <p14:sldId id="354"/>
            <p14:sldId id="356"/>
            <p14:sldId id="316"/>
            <p14:sldId id="360"/>
            <p14:sldId id="357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F65C3F"/>
    <a:srgbClr val="F2F2F2"/>
    <a:srgbClr val="FB2B61"/>
    <a:srgbClr val="5C33D9"/>
    <a:srgbClr val="128EEF"/>
    <a:srgbClr val="24AF9B"/>
    <a:srgbClr val="4AB3D4"/>
    <a:srgbClr val="2F364B"/>
    <a:srgbClr val="67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2974" autoAdjust="0"/>
  </p:normalViewPr>
  <p:slideViewPr>
    <p:cSldViewPr snapToGrid="0">
      <p:cViewPr varScale="1">
        <p:scale>
          <a:sx n="106" d="100"/>
          <a:sy n="106" d="100"/>
        </p:scale>
        <p:origin x="61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501044-F53E-42B4-BB5E-BC07A25BDECE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114861E-F042-4316-BAB9-808359FBEA4D}">
      <dgm:prSet phldrT="[文字]"/>
      <dgm:spPr/>
      <dgm:t>
        <a:bodyPr/>
        <a:lstStyle/>
        <a:p>
          <a:r>
            <a:rPr lang="zh-TW" altLang="en-US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下載</a:t>
          </a:r>
          <a:r>
            <a:rPr lang="en-US" altLang="zh-TW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darknet</a:t>
          </a:r>
        </a:p>
        <a:p>
          <a:r>
            <a:rPr lang="zh-TW" altLang="en-US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訓練</a:t>
          </a:r>
          <a:r>
            <a:rPr lang="en-US" altLang="zh-TW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yolov4</a:t>
          </a:r>
          <a:endParaRPr lang="zh-TW" altLang="en-US" dirty="0">
            <a:latin typeface="Adobe 繁黑體 Std B" panose="020B0700000000000000" pitchFamily="34" charset="-120"/>
            <a:ea typeface="Adobe 繁黑體 Std B" panose="020B0700000000000000" pitchFamily="34" charset="-120"/>
          </a:endParaRPr>
        </a:p>
      </dgm:t>
    </dgm:pt>
    <dgm:pt modelId="{7AF73645-6A74-4157-B980-4647E82A23F1}" type="parTrans" cxnId="{7B95E15A-573D-4151-9A4F-70442AF79F2D}">
      <dgm:prSet/>
      <dgm:spPr/>
      <dgm:t>
        <a:bodyPr/>
        <a:lstStyle/>
        <a:p>
          <a:endParaRPr lang="zh-TW" altLang="en-US"/>
        </a:p>
      </dgm:t>
    </dgm:pt>
    <dgm:pt modelId="{CD9CBC95-FA0B-4035-81B9-6550EC8E1B59}" type="sibTrans" cxnId="{7B95E15A-573D-4151-9A4F-70442AF79F2D}">
      <dgm:prSet/>
      <dgm:spPr/>
      <dgm:t>
        <a:bodyPr/>
        <a:lstStyle/>
        <a:p>
          <a:endParaRPr lang="zh-TW" altLang="en-US"/>
        </a:p>
      </dgm:t>
    </dgm:pt>
    <dgm:pt modelId="{CA064F8F-6FB4-40E7-A657-F24CCD27AFB6}">
      <dgm:prSet phldrT="[文字]" custT="1"/>
      <dgm:spPr/>
      <dgm:t>
        <a:bodyPr/>
        <a:lstStyle/>
        <a:p>
          <a:pPr marL="0"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使用</a:t>
          </a:r>
          <a:r>
            <a:rPr lang="en-US" altLang="zh-TW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coco dataset</a:t>
          </a:r>
          <a:r>
            <a:rPr lang="zh-TW" alt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中的</a:t>
          </a:r>
          <a:r>
            <a:rPr lang="en-US" altLang="zh-TW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potted plant</a:t>
          </a:r>
          <a:r>
            <a:rPr lang="zh-TW" alt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作為訓練資料</a:t>
          </a:r>
        </a:p>
      </dgm:t>
    </dgm:pt>
    <dgm:pt modelId="{1F711878-580F-4FA5-A707-4DF154729BFF}" type="parTrans" cxnId="{A89FC9C0-6051-40E8-AAA2-2435A7F2C567}">
      <dgm:prSet/>
      <dgm:spPr/>
      <dgm:t>
        <a:bodyPr/>
        <a:lstStyle/>
        <a:p>
          <a:endParaRPr lang="zh-TW" altLang="en-US"/>
        </a:p>
      </dgm:t>
    </dgm:pt>
    <dgm:pt modelId="{E69B14E9-4F51-4636-BCD6-07253D19A004}" type="sibTrans" cxnId="{A89FC9C0-6051-40E8-AAA2-2435A7F2C567}">
      <dgm:prSet/>
      <dgm:spPr/>
      <dgm:t>
        <a:bodyPr/>
        <a:lstStyle/>
        <a:p>
          <a:endParaRPr lang="zh-TW" altLang="en-US"/>
        </a:p>
      </dgm:t>
    </dgm:pt>
    <dgm:pt modelId="{CF8E2145-ACFF-49A5-8FE3-C19677059DF3}">
      <dgm:prSet phldrT="[文字]" custT="1"/>
      <dgm:spPr/>
      <dgm:t>
        <a:bodyPr/>
        <a:lstStyle/>
        <a:p>
          <a:pPr marL="0"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開始訓練</a:t>
          </a:r>
          <a:r>
            <a:rPr lang="en-US" altLang="zh-TW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yolov4</a:t>
          </a:r>
          <a:endParaRPr lang="zh-TW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dobe 繁黑體 Std B" panose="020B0700000000000000" pitchFamily="34" charset="-120"/>
            <a:ea typeface="Adobe 繁黑體 Std B" panose="020B0700000000000000" pitchFamily="34" charset="-120"/>
            <a:cs typeface="+mn-cs"/>
          </a:endParaRPr>
        </a:p>
      </dgm:t>
    </dgm:pt>
    <dgm:pt modelId="{F316E7DF-9DEA-464F-BAED-75163137D2BA}" type="parTrans" cxnId="{8AF178A4-3B21-415E-AF7A-D43CDAB1B009}">
      <dgm:prSet/>
      <dgm:spPr/>
      <dgm:t>
        <a:bodyPr/>
        <a:lstStyle/>
        <a:p>
          <a:endParaRPr lang="zh-TW" altLang="en-US"/>
        </a:p>
      </dgm:t>
    </dgm:pt>
    <dgm:pt modelId="{819E4C6D-A491-450D-8F9F-1123F6C2B379}" type="sibTrans" cxnId="{8AF178A4-3B21-415E-AF7A-D43CDAB1B009}">
      <dgm:prSet/>
      <dgm:spPr/>
      <dgm:t>
        <a:bodyPr/>
        <a:lstStyle/>
        <a:p>
          <a:endParaRPr lang="zh-TW" altLang="en-US"/>
        </a:p>
      </dgm:t>
    </dgm:pt>
    <dgm:pt modelId="{DDB72B6A-0FF6-47D4-ACB2-7806E3DA2F6B}" type="pres">
      <dgm:prSet presAssocID="{A9501044-F53E-42B4-BB5E-BC07A25BDECE}" presName="arrowDiagram" presStyleCnt="0">
        <dgm:presLayoutVars>
          <dgm:chMax val="5"/>
          <dgm:dir/>
          <dgm:resizeHandles val="exact"/>
        </dgm:presLayoutVars>
      </dgm:prSet>
      <dgm:spPr/>
    </dgm:pt>
    <dgm:pt modelId="{517585A1-292B-4D26-8C00-E6A94FAA518A}" type="pres">
      <dgm:prSet presAssocID="{A9501044-F53E-42B4-BB5E-BC07A25BDECE}" presName="arrow" presStyleLbl="bgShp" presStyleIdx="0" presStyleCnt="1"/>
      <dgm:spPr/>
    </dgm:pt>
    <dgm:pt modelId="{A289A256-4BF4-4F9C-8D43-6824D7893B7F}" type="pres">
      <dgm:prSet presAssocID="{A9501044-F53E-42B4-BB5E-BC07A25BDECE}" presName="arrowDiagram3" presStyleCnt="0"/>
      <dgm:spPr/>
    </dgm:pt>
    <dgm:pt modelId="{9300FA2D-4A23-42FB-9E31-AB4C2E1B37CC}" type="pres">
      <dgm:prSet presAssocID="{D114861E-F042-4316-BAB9-808359FBEA4D}" presName="bullet3a" presStyleLbl="node1" presStyleIdx="0" presStyleCnt="3"/>
      <dgm:spPr/>
    </dgm:pt>
    <dgm:pt modelId="{4F92F0CF-C480-408E-A54B-83FEF47C9601}" type="pres">
      <dgm:prSet presAssocID="{D114861E-F042-4316-BAB9-808359FBEA4D}" presName="textBox3a" presStyleLbl="revTx" presStyleIdx="0" presStyleCnt="3">
        <dgm:presLayoutVars>
          <dgm:bulletEnabled val="1"/>
        </dgm:presLayoutVars>
      </dgm:prSet>
      <dgm:spPr/>
    </dgm:pt>
    <dgm:pt modelId="{36CAC59C-06AD-42EB-B813-98884D7DFF1C}" type="pres">
      <dgm:prSet presAssocID="{CA064F8F-6FB4-40E7-A657-F24CCD27AFB6}" presName="bullet3b" presStyleLbl="node1" presStyleIdx="1" presStyleCnt="3"/>
      <dgm:spPr/>
    </dgm:pt>
    <dgm:pt modelId="{CA12B1ED-2626-4DDC-8C6C-9FE956909388}" type="pres">
      <dgm:prSet presAssocID="{CA064F8F-6FB4-40E7-A657-F24CCD27AFB6}" presName="textBox3b" presStyleLbl="revTx" presStyleIdx="1" presStyleCnt="3" custScaleX="214761" custScaleY="56647" custLinFactNeighborX="56848" custLinFactNeighborY="-13588">
        <dgm:presLayoutVars>
          <dgm:bulletEnabled val="1"/>
        </dgm:presLayoutVars>
      </dgm:prSet>
      <dgm:spPr/>
    </dgm:pt>
    <dgm:pt modelId="{D1488F13-49FD-4563-82B5-9CE931B36FF4}" type="pres">
      <dgm:prSet presAssocID="{CF8E2145-ACFF-49A5-8FE3-C19677059DF3}" presName="bullet3c" presStyleLbl="node1" presStyleIdx="2" presStyleCnt="3"/>
      <dgm:spPr/>
    </dgm:pt>
    <dgm:pt modelId="{9DB47DB8-F7FD-4517-9510-2B09F5CE8813}" type="pres">
      <dgm:prSet presAssocID="{CF8E2145-ACFF-49A5-8FE3-C19677059DF3}" presName="textBox3c" presStyleLbl="revTx" presStyleIdx="2" presStyleCnt="3" custScaleX="131404" custScaleY="59704" custLinFactNeighborX="19738" custLinFactNeighborY="-20008">
        <dgm:presLayoutVars>
          <dgm:bulletEnabled val="1"/>
        </dgm:presLayoutVars>
      </dgm:prSet>
      <dgm:spPr/>
    </dgm:pt>
  </dgm:ptLst>
  <dgm:cxnLst>
    <dgm:cxn modelId="{A5296E66-8DEE-4A03-B475-AA1CC977BA32}" type="presOf" srcId="{D114861E-F042-4316-BAB9-808359FBEA4D}" destId="{4F92F0CF-C480-408E-A54B-83FEF47C9601}" srcOrd="0" destOrd="0" presId="urn:microsoft.com/office/officeart/2005/8/layout/arrow2"/>
    <dgm:cxn modelId="{7B95E15A-573D-4151-9A4F-70442AF79F2D}" srcId="{A9501044-F53E-42B4-BB5E-BC07A25BDECE}" destId="{D114861E-F042-4316-BAB9-808359FBEA4D}" srcOrd="0" destOrd="0" parTransId="{7AF73645-6A74-4157-B980-4647E82A23F1}" sibTransId="{CD9CBC95-FA0B-4035-81B9-6550EC8E1B59}"/>
    <dgm:cxn modelId="{8AF178A4-3B21-415E-AF7A-D43CDAB1B009}" srcId="{A9501044-F53E-42B4-BB5E-BC07A25BDECE}" destId="{CF8E2145-ACFF-49A5-8FE3-C19677059DF3}" srcOrd="2" destOrd="0" parTransId="{F316E7DF-9DEA-464F-BAED-75163137D2BA}" sibTransId="{819E4C6D-A491-450D-8F9F-1123F6C2B379}"/>
    <dgm:cxn modelId="{A89FC9C0-6051-40E8-AAA2-2435A7F2C567}" srcId="{A9501044-F53E-42B4-BB5E-BC07A25BDECE}" destId="{CA064F8F-6FB4-40E7-A657-F24CCD27AFB6}" srcOrd="1" destOrd="0" parTransId="{1F711878-580F-4FA5-A707-4DF154729BFF}" sibTransId="{E69B14E9-4F51-4636-BCD6-07253D19A004}"/>
    <dgm:cxn modelId="{679746C2-24D2-4F34-92F9-8FBC79F08911}" type="presOf" srcId="{CF8E2145-ACFF-49A5-8FE3-C19677059DF3}" destId="{9DB47DB8-F7FD-4517-9510-2B09F5CE8813}" srcOrd="0" destOrd="0" presId="urn:microsoft.com/office/officeart/2005/8/layout/arrow2"/>
    <dgm:cxn modelId="{56541FC4-4AA0-47D3-B34B-97E16F1E4FF9}" type="presOf" srcId="{A9501044-F53E-42B4-BB5E-BC07A25BDECE}" destId="{DDB72B6A-0FF6-47D4-ACB2-7806E3DA2F6B}" srcOrd="0" destOrd="0" presId="urn:microsoft.com/office/officeart/2005/8/layout/arrow2"/>
    <dgm:cxn modelId="{EDF4FED7-4735-434C-ADD7-1438801236AA}" type="presOf" srcId="{CA064F8F-6FB4-40E7-A657-F24CCD27AFB6}" destId="{CA12B1ED-2626-4DDC-8C6C-9FE956909388}" srcOrd="0" destOrd="0" presId="urn:microsoft.com/office/officeart/2005/8/layout/arrow2"/>
    <dgm:cxn modelId="{16EDD40D-E454-461E-9B9C-BF600A44A6B0}" type="presParOf" srcId="{DDB72B6A-0FF6-47D4-ACB2-7806E3DA2F6B}" destId="{517585A1-292B-4D26-8C00-E6A94FAA518A}" srcOrd="0" destOrd="0" presId="urn:microsoft.com/office/officeart/2005/8/layout/arrow2"/>
    <dgm:cxn modelId="{FA7B6C23-D860-4823-A4D2-3370759E787A}" type="presParOf" srcId="{DDB72B6A-0FF6-47D4-ACB2-7806E3DA2F6B}" destId="{A289A256-4BF4-4F9C-8D43-6824D7893B7F}" srcOrd="1" destOrd="0" presId="urn:microsoft.com/office/officeart/2005/8/layout/arrow2"/>
    <dgm:cxn modelId="{5D482B10-DF43-439D-B30E-4B153BDB2C29}" type="presParOf" srcId="{A289A256-4BF4-4F9C-8D43-6824D7893B7F}" destId="{9300FA2D-4A23-42FB-9E31-AB4C2E1B37CC}" srcOrd="0" destOrd="0" presId="urn:microsoft.com/office/officeart/2005/8/layout/arrow2"/>
    <dgm:cxn modelId="{CB824287-A554-4300-9C1C-0B719A7818D1}" type="presParOf" srcId="{A289A256-4BF4-4F9C-8D43-6824D7893B7F}" destId="{4F92F0CF-C480-408E-A54B-83FEF47C9601}" srcOrd="1" destOrd="0" presId="urn:microsoft.com/office/officeart/2005/8/layout/arrow2"/>
    <dgm:cxn modelId="{0F2A9D7F-2B19-4AF7-8309-18C1A260A3B0}" type="presParOf" srcId="{A289A256-4BF4-4F9C-8D43-6824D7893B7F}" destId="{36CAC59C-06AD-42EB-B813-98884D7DFF1C}" srcOrd="2" destOrd="0" presId="urn:microsoft.com/office/officeart/2005/8/layout/arrow2"/>
    <dgm:cxn modelId="{3D9DBB33-DEF5-4832-9891-2DBBE449E60B}" type="presParOf" srcId="{A289A256-4BF4-4F9C-8D43-6824D7893B7F}" destId="{CA12B1ED-2626-4DDC-8C6C-9FE956909388}" srcOrd="3" destOrd="0" presId="urn:microsoft.com/office/officeart/2005/8/layout/arrow2"/>
    <dgm:cxn modelId="{0D8C9B44-9F65-4DD7-AEEE-3F90BBA6B5D5}" type="presParOf" srcId="{A289A256-4BF4-4F9C-8D43-6824D7893B7F}" destId="{D1488F13-49FD-4563-82B5-9CE931B36FF4}" srcOrd="4" destOrd="0" presId="urn:microsoft.com/office/officeart/2005/8/layout/arrow2"/>
    <dgm:cxn modelId="{69235402-2F0F-4188-BA12-0AD405CC99AE}" type="presParOf" srcId="{A289A256-4BF4-4F9C-8D43-6824D7893B7F}" destId="{9DB47DB8-F7FD-4517-9510-2B09F5CE881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585A1-292B-4D26-8C00-E6A94FAA518A}">
      <dsp:nvSpPr>
        <dsp:cNvPr id="0" name=""/>
        <dsp:cNvSpPr/>
      </dsp:nvSpPr>
      <dsp:spPr>
        <a:xfrm>
          <a:off x="24629" y="0"/>
          <a:ext cx="8669867" cy="5418667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0FA2D-4A23-42FB-9E31-AB4C2E1B37CC}">
      <dsp:nvSpPr>
        <dsp:cNvPr id="0" name=""/>
        <dsp:cNvSpPr/>
      </dsp:nvSpPr>
      <dsp:spPr>
        <a:xfrm>
          <a:off x="1125703" y="3739963"/>
          <a:ext cx="225416" cy="2254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2F0CF-C480-408E-A54B-83FEF47C9601}">
      <dsp:nvSpPr>
        <dsp:cNvPr id="0" name=""/>
        <dsp:cNvSpPr/>
      </dsp:nvSpPr>
      <dsp:spPr>
        <a:xfrm>
          <a:off x="1238411" y="3852672"/>
          <a:ext cx="2020079" cy="1565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44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600" kern="1200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下載</a:t>
          </a:r>
          <a:r>
            <a:rPr lang="en-US" altLang="zh-TW" sz="2600" kern="1200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darknet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600" kern="1200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訓練</a:t>
          </a:r>
          <a:r>
            <a:rPr lang="en-US" altLang="zh-TW" sz="2600" kern="1200" dirty="0">
              <a:latin typeface="Adobe 繁黑體 Std B" panose="020B0700000000000000" pitchFamily="34" charset="-120"/>
              <a:ea typeface="Adobe 繁黑體 Std B" panose="020B0700000000000000" pitchFamily="34" charset="-120"/>
            </a:rPr>
            <a:t>yolov4</a:t>
          </a:r>
          <a:endParaRPr lang="zh-TW" altLang="en-US" sz="2600" kern="1200" dirty="0">
            <a:latin typeface="Adobe 繁黑體 Std B" panose="020B0700000000000000" pitchFamily="34" charset="-120"/>
            <a:ea typeface="Adobe 繁黑體 Std B" panose="020B0700000000000000" pitchFamily="34" charset="-120"/>
          </a:endParaRPr>
        </a:p>
      </dsp:txBody>
      <dsp:txXfrm>
        <a:off x="1238411" y="3852672"/>
        <a:ext cx="2020079" cy="1565994"/>
      </dsp:txXfrm>
    </dsp:sp>
    <dsp:sp modelId="{36CAC59C-06AD-42EB-B813-98884D7DFF1C}">
      <dsp:nvSpPr>
        <dsp:cNvPr id="0" name=""/>
        <dsp:cNvSpPr/>
      </dsp:nvSpPr>
      <dsp:spPr>
        <a:xfrm>
          <a:off x="3115437" y="2267170"/>
          <a:ext cx="407483" cy="4074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2B1ED-2626-4DDC-8C6C-9FE956909388}">
      <dsp:nvSpPr>
        <dsp:cNvPr id="0" name=""/>
        <dsp:cNvSpPr/>
      </dsp:nvSpPr>
      <dsp:spPr>
        <a:xfrm>
          <a:off x="3308099" y="2709341"/>
          <a:ext cx="4468678" cy="166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17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使用</a:t>
          </a:r>
          <a:r>
            <a:rPr lang="en-US" altLang="zh-TW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coco dataset</a:t>
          </a:r>
          <a:r>
            <a:rPr lang="zh-TW" alt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中的</a:t>
          </a:r>
          <a:r>
            <a:rPr lang="en-US" altLang="zh-TW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potted plant</a:t>
          </a:r>
          <a:r>
            <a:rPr lang="zh-TW" alt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作為訓練資料</a:t>
          </a:r>
        </a:p>
      </dsp:txBody>
      <dsp:txXfrm>
        <a:off x="3308099" y="2709341"/>
        <a:ext cx="4468678" cy="1669814"/>
      </dsp:txXfrm>
    </dsp:sp>
    <dsp:sp modelId="{D1488F13-49FD-4563-82B5-9CE931B36FF4}">
      <dsp:nvSpPr>
        <dsp:cNvPr id="0" name=""/>
        <dsp:cNvSpPr/>
      </dsp:nvSpPr>
      <dsp:spPr>
        <a:xfrm>
          <a:off x="5508320" y="1370922"/>
          <a:ext cx="563541" cy="5635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47DB8-F7FD-4517-9510-2B09F5CE8813}">
      <dsp:nvSpPr>
        <dsp:cNvPr id="0" name=""/>
        <dsp:cNvSpPr/>
      </dsp:nvSpPr>
      <dsp:spPr>
        <a:xfrm>
          <a:off x="5874071" y="1657965"/>
          <a:ext cx="2734212" cy="224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609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開始訓練</a:t>
          </a:r>
          <a:r>
            <a:rPr lang="en-US" altLang="zh-TW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  <a:cs typeface="+mn-cs"/>
            </a:rPr>
            <a:t>yolov4</a:t>
          </a:r>
          <a:endParaRPr lang="zh-TW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dobe 繁黑體 Std B" panose="020B0700000000000000" pitchFamily="34" charset="-120"/>
            <a:ea typeface="Adobe 繁黑體 Std B" panose="020B0700000000000000" pitchFamily="34" charset="-120"/>
            <a:cs typeface="+mn-cs"/>
          </a:endParaRPr>
        </a:p>
      </dsp:txBody>
      <dsp:txXfrm>
        <a:off x="5874071" y="1657965"/>
        <a:ext cx="2734212" cy="2248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CBB2E-48DC-49CA-8E72-BE7599524DFA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25B89-6052-41D9-A908-A6BE7E761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20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97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84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122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86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134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296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440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357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261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54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9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35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57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0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33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58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45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0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16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01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FF752-093A-47B5-9666-7DC80AC766F8}" type="datetimeFigureOut">
              <a:rPr lang="zh-CN" altLang="en-US" smtClean="0"/>
              <a:t>2021/8/5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7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7AFA7012-798C-40E5-B08A-FE9678A251D7}"/>
              </a:ext>
            </a:extLst>
          </p:cNvPr>
          <p:cNvGrpSpPr/>
          <p:nvPr/>
        </p:nvGrpSpPr>
        <p:grpSpPr>
          <a:xfrm>
            <a:off x="-474444" y="-643118"/>
            <a:ext cx="11127151" cy="8144235"/>
            <a:chOff x="6666450" y="-983792"/>
            <a:chExt cx="11127151" cy="8144235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27B53CD-A63F-4C91-A9FF-1D36E56A1C02}"/>
                </a:ext>
              </a:extLst>
            </p:cNvPr>
            <p:cNvSpPr/>
            <p:nvPr/>
          </p:nvSpPr>
          <p:spPr>
            <a:xfrm>
              <a:off x="14231484" y="4873548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6B1F8BD-6223-4476-8E54-3EA176FBE218}"/>
                </a:ext>
              </a:extLst>
            </p:cNvPr>
            <p:cNvSpPr/>
            <p:nvPr/>
          </p:nvSpPr>
          <p:spPr>
            <a:xfrm>
              <a:off x="10889733" y="5693157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E7ADB3A-2F2C-410D-8252-ED41992D3E41}"/>
                </a:ext>
              </a:extLst>
            </p:cNvPr>
            <p:cNvSpPr/>
            <p:nvPr/>
          </p:nvSpPr>
          <p:spPr>
            <a:xfrm>
              <a:off x="11459350" y="390064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5FF5BCC-FD31-420A-A408-C5135593AC27}"/>
                </a:ext>
              </a:extLst>
            </p:cNvPr>
            <p:cNvSpPr/>
            <p:nvPr/>
          </p:nvSpPr>
          <p:spPr>
            <a:xfrm>
              <a:off x="10726700" y="2812823"/>
              <a:ext cx="1465300" cy="1409392"/>
            </a:xfrm>
            <a:prstGeom prst="rect">
              <a:avLst/>
            </a:prstGeom>
            <a:noFill/>
            <a:ln w="317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CCF0A5B-5F90-48C0-80EA-D6D0A8DABC5E}"/>
                </a:ext>
              </a:extLst>
            </p:cNvPr>
            <p:cNvSpPr/>
            <p:nvPr/>
          </p:nvSpPr>
          <p:spPr>
            <a:xfrm>
              <a:off x="11459350" y="85952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6310E21-0E24-41DC-87C5-0237703D19D6}"/>
                </a:ext>
              </a:extLst>
            </p:cNvPr>
            <p:cNvSpPr/>
            <p:nvPr/>
          </p:nvSpPr>
          <p:spPr>
            <a:xfrm>
              <a:off x="9049978" y="-98379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1928513-ACB6-48B3-A3C8-D031F908A5A2}"/>
                </a:ext>
              </a:extLst>
            </p:cNvPr>
            <p:cNvSpPr/>
            <p:nvPr/>
          </p:nvSpPr>
          <p:spPr>
            <a:xfrm>
              <a:off x="10298206" y="-248321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06EBB9F-CD94-422C-B0EE-AAD400BB34DF}"/>
                </a:ext>
              </a:extLst>
            </p:cNvPr>
            <p:cNvSpPr/>
            <p:nvPr/>
          </p:nvSpPr>
          <p:spPr>
            <a:xfrm>
              <a:off x="9019399" y="2018030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0E9E687-E6E0-4351-B0E9-1EA7FB106887}"/>
                </a:ext>
              </a:extLst>
            </p:cNvPr>
            <p:cNvSpPr/>
            <p:nvPr/>
          </p:nvSpPr>
          <p:spPr>
            <a:xfrm>
              <a:off x="9723663" y="3195946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EA22228-8B9C-4A87-9906-3A886140440F}"/>
                </a:ext>
              </a:extLst>
            </p:cNvPr>
            <p:cNvSpPr/>
            <p:nvPr/>
          </p:nvSpPr>
          <p:spPr>
            <a:xfrm>
              <a:off x="9948038" y="1403431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A8B53EF-C010-4EF4-B061-9456970B6D5E}"/>
                </a:ext>
              </a:extLst>
            </p:cNvPr>
            <p:cNvSpPr/>
            <p:nvPr/>
          </p:nvSpPr>
          <p:spPr>
            <a:xfrm>
              <a:off x="8687216" y="4045177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66696DA-9313-4E4B-871C-84ADDC678106}"/>
                </a:ext>
              </a:extLst>
            </p:cNvPr>
            <p:cNvSpPr/>
            <p:nvPr/>
          </p:nvSpPr>
          <p:spPr>
            <a:xfrm>
              <a:off x="9565556" y="5078558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C56AE96-4295-4D24-B746-963B4F4BF8E5}"/>
                </a:ext>
              </a:extLst>
            </p:cNvPr>
            <p:cNvSpPr/>
            <p:nvPr/>
          </p:nvSpPr>
          <p:spPr>
            <a:xfrm>
              <a:off x="7706178" y="570901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C8284BA-D9BF-4E1C-81F9-1A6B5FBA870B}"/>
                </a:ext>
              </a:extLst>
            </p:cNvPr>
            <p:cNvSpPr/>
            <p:nvPr/>
          </p:nvSpPr>
          <p:spPr>
            <a:xfrm>
              <a:off x="6666450" y="2635785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FF71A69-8C13-44D9-B0D0-214EF78E0CB2}"/>
                </a:ext>
              </a:extLst>
            </p:cNvPr>
            <p:cNvSpPr/>
            <p:nvPr/>
          </p:nvSpPr>
          <p:spPr>
            <a:xfrm>
              <a:off x="7917324" y="2977169"/>
              <a:ext cx="1465300" cy="1409392"/>
            </a:xfrm>
            <a:prstGeom prst="rect">
              <a:avLst/>
            </a:prstGeom>
            <a:noFill/>
            <a:ln w="444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86B7DCF-14EE-4304-BFDD-F8E41FDEEE12}"/>
                </a:ext>
              </a:extLst>
            </p:cNvPr>
            <p:cNvSpPr/>
            <p:nvPr/>
          </p:nvSpPr>
          <p:spPr>
            <a:xfrm>
              <a:off x="7753838" y="1397085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F9407C0-EFD0-43B9-8A36-8D892AEF3B28}"/>
                </a:ext>
              </a:extLst>
            </p:cNvPr>
            <p:cNvSpPr/>
            <p:nvPr/>
          </p:nvSpPr>
          <p:spPr>
            <a:xfrm>
              <a:off x="8914982" y="279953"/>
              <a:ext cx="1465300" cy="1409392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D9E52CE-4D25-4C74-A7D6-0F911C8BB5FE}"/>
                </a:ext>
              </a:extLst>
            </p:cNvPr>
            <p:cNvSpPr/>
            <p:nvPr/>
          </p:nvSpPr>
          <p:spPr>
            <a:xfrm>
              <a:off x="9219138" y="595617"/>
              <a:ext cx="849381" cy="84938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FF070DA-414F-49FE-97A1-D9F01C222624}"/>
                </a:ext>
              </a:extLst>
            </p:cNvPr>
            <p:cNvSpPr/>
            <p:nvPr/>
          </p:nvSpPr>
          <p:spPr>
            <a:xfrm>
              <a:off x="8984983" y="4386561"/>
              <a:ext cx="849381" cy="849381"/>
            </a:xfrm>
            <a:prstGeom prst="rect">
              <a:avLst/>
            </a:prstGeom>
            <a:noFill/>
            <a:ln w="666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CEF42DF-93AB-4945-A6A8-8D339B4DBF17}"/>
                </a:ext>
              </a:extLst>
            </p:cNvPr>
            <p:cNvSpPr/>
            <p:nvPr/>
          </p:nvSpPr>
          <p:spPr>
            <a:xfrm>
              <a:off x="9506628" y="2187986"/>
              <a:ext cx="1665630" cy="166563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7F47249-2D08-4AB1-9681-F2F62707AE98}"/>
                </a:ext>
              </a:extLst>
            </p:cNvPr>
            <p:cNvSpPr/>
            <p:nvPr/>
          </p:nvSpPr>
          <p:spPr>
            <a:xfrm>
              <a:off x="8625287" y="5837692"/>
              <a:ext cx="1322751" cy="132275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A5ADC00-ACCB-4CBF-9CB1-155BE7026C02}"/>
                </a:ext>
              </a:extLst>
            </p:cNvPr>
            <p:cNvSpPr/>
            <p:nvPr/>
          </p:nvSpPr>
          <p:spPr>
            <a:xfrm>
              <a:off x="10711122" y="5219936"/>
              <a:ext cx="1349667" cy="134966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0A66F15-32AA-4AB3-B1AE-40AE4AC36167}"/>
                </a:ext>
              </a:extLst>
            </p:cNvPr>
            <p:cNvSpPr/>
            <p:nvPr/>
          </p:nvSpPr>
          <p:spPr>
            <a:xfrm>
              <a:off x="10680688" y="-291864"/>
              <a:ext cx="1330496" cy="1330496"/>
            </a:xfrm>
            <a:prstGeom prst="rect">
              <a:avLst/>
            </a:prstGeom>
            <a:noFill/>
            <a:ln w="603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8EC09B3-4D26-45A0-8845-A6EECF3A0B32}"/>
                </a:ext>
              </a:extLst>
            </p:cNvPr>
            <p:cNvSpPr/>
            <p:nvPr/>
          </p:nvSpPr>
          <p:spPr>
            <a:xfrm>
              <a:off x="13239672" y="3124949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AAB4875-4FC4-4AB7-8FC0-871911AB8FF2}"/>
                </a:ext>
              </a:extLst>
            </p:cNvPr>
            <p:cNvSpPr/>
            <p:nvPr/>
          </p:nvSpPr>
          <p:spPr>
            <a:xfrm>
              <a:off x="14565052" y="2269926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8DC75B5-6D3E-476A-8716-1C2D38AA8497}"/>
                </a:ext>
              </a:extLst>
            </p:cNvPr>
            <p:cNvSpPr/>
            <p:nvPr/>
          </p:nvSpPr>
          <p:spPr>
            <a:xfrm>
              <a:off x="16328301" y="2136745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00AE3E5-F787-4496-BC9F-FE4478F87F73}"/>
                </a:ext>
              </a:extLst>
            </p:cNvPr>
            <p:cNvSpPr/>
            <p:nvPr/>
          </p:nvSpPr>
          <p:spPr>
            <a:xfrm>
              <a:off x="15811153" y="342742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22C1626D-1EB9-49B7-B850-E755AD6AC26D}"/>
                </a:ext>
              </a:extLst>
            </p:cNvPr>
            <p:cNvSpPr/>
            <p:nvPr/>
          </p:nvSpPr>
          <p:spPr>
            <a:xfrm>
              <a:off x="15282494" y="1206106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95035E2-DF95-4CBF-915B-C2D64D7C8039}"/>
              </a:ext>
            </a:extLst>
          </p:cNvPr>
          <p:cNvGrpSpPr/>
          <p:nvPr/>
        </p:nvGrpSpPr>
        <p:grpSpPr>
          <a:xfrm>
            <a:off x="6383646" y="1542728"/>
            <a:ext cx="5008254" cy="3771743"/>
            <a:chOff x="7264985" y="650521"/>
            <a:chExt cx="5008254" cy="3771743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7ECD779-18A3-4BF0-BCF0-9139F1891390}"/>
                </a:ext>
              </a:extLst>
            </p:cNvPr>
            <p:cNvSpPr txBox="1"/>
            <p:nvPr/>
          </p:nvSpPr>
          <p:spPr>
            <a:xfrm>
              <a:off x="7264985" y="650521"/>
              <a:ext cx="500825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7200" b="1" spc="600" dirty="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第九次</a:t>
              </a:r>
              <a:endParaRPr lang="en-US" altLang="zh-TW" sz="7200" b="1" spc="6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r>
                <a:rPr lang="zh-TW" altLang="en-US" sz="7200" b="1" spc="600" dirty="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專題報告</a:t>
              </a:r>
              <a:endParaRPr lang="zh-CN" altLang="en-US" sz="8000" b="1" spc="6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圆角矩形 17">
              <a:extLst>
                <a:ext uri="{FF2B5EF4-FFF2-40B4-BE49-F238E27FC236}">
                  <a16:creationId xmlns:a16="http://schemas.microsoft.com/office/drawing/2014/main" id="{419F1001-FB8D-495A-88CB-98F0555EA4B7}"/>
                </a:ext>
              </a:extLst>
            </p:cNvPr>
            <p:cNvSpPr/>
            <p:nvPr/>
          </p:nvSpPr>
          <p:spPr>
            <a:xfrm>
              <a:off x="7422111" y="3521592"/>
              <a:ext cx="2835629" cy="3796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D5E1C2F-E7AB-4182-AADD-F6B4202C0C91}"/>
                </a:ext>
              </a:extLst>
            </p:cNvPr>
            <p:cNvSpPr txBox="1"/>
            <p:nvPr/>
          </p:nvSpPr>
          <p:spPr>
            <a:xfrm>
              <a:off x="7336389" y="3064740"/>
              <a:ext cx="289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陳昕喬、徐子芹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0" name="燕尾形 23">
              <a:extLst>
                <a:ext uri="{FF2B5EF4-FFF2-40B4-BE49-F238E27FC236}">
                  <a16:creationId xmlns:a16="http://schemas.microsoft.com/office/drawing/2014/main" id="{DFE2851B-1E8E-4955-8D3B-72304C42B698}"/>
                </a:ext>
              </a:extLst>
            </p:cNvPr>
            <p:cNvSpPr/>
            <p:nvPr/>
          </p:nvSpPr>
          <p:spPr>
            <a:xfrm>
              <a:off x="9416412" y="4307964"/>
              <a:ext cx="74613" cy="114300"/>
            </a:xfrm>
            <a:prstGeom prst="chevron">
              <a:avLst>
                <a:gd name="adj" fmla="val 691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0C8042C-E9F6-469B-90F3-28BC1A5EFAB5}"/>
                </a:ext>
              </a:extLst>
            </p:cNvPr>
            <p:cNvSpPr txBox="1"/>
            <p:nvPr/>
          </p:nvSpPr>
          <p:spPr>
            <a:xfrm>
              <a:off x="7495986" y="3557530"/>
              <a:ext cx="2687877" cy="30777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spc="3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虛擬果園</a:t>
              </a:r>
              <a:endParaRPr lang="zh-CN" altLang="en-US" sz="1400" spc="30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667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饼形 6">
            <a:extLst>
              <a:ext uri="{FF2B5EF4-FFF2-40B4-BE49-F238E27FC236}">
                <a16:creationId xmlns:a16="http://schemas.microsoft.com/office/drawing/2014/main" id="{9B0F5E55-D9C7-4284-A6ED-BB56FC78D7B9}"/>
              </a:ext>
            </a:extLst>
          </p:cNvPr>
          <p:cNvSpPr/>
          <p:nvPr/>
        </p:nvSpPr>
        <p:spPr>
          <a:xfrm rot="16200000">
            <a:off x="610005" y="-350856"/>
            <a:ext cx="1210658" cy="1600200"/>
          </a:xfrm>
          <a:prstGeom prst="pie">
            <a:avLst>
              <a:gd name="adj1" fmla="val 10780140"/>
              <a:gd name="adj2" fmla="val 16200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46360" y="360163"/>
            <a:ext cx="149859" cy="17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5334" y="360163"/>
            <a:ext cx="39443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本次進度</a:t>
            </a:r>
            <a:endParaRPr lang="zh-CN" altLang="en-US" sz="44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68641" y="2805536"/>
            <a:ext cx="2497379" cy="1940674"/>
            <a:chOff x="1852459" y="1689372"/>
            <a:chExt cx="2497379" cy="1940674"/>
          </a:xfrm>
        </p:grpSpPr>
        <p:sp>
          <p:nvSpPr>
            <p:cNvPr id="7" name="圆角矩形 6"/>
            <p:cNvSpPr/>
            <p:nvPr/>
          </p:nvSpPr>
          <p:spPr>
            <a:xfrm>
              <a:off x="2602490" y="1689372"/>
              <a:ext cx="997324" cy="9973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>
                  <a:solidFill>
                    <a:schemeClr val="accent1">
                      <a:lumMod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01</a:t>
              </a:r>
              <a:endParaRPr lang="zh-CN" altLang="en-US" sz="3600" b="1" dirty="0">
                <a:solidFill>
                  <a:schemeClr val="accent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852459" y="2915565"/>
              <a:ext cx="24973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yolov4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64783" y="3289825"/>
              <a:ext cx="1860403" cy="340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訓練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yolov4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偵測出盆栽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组合 14">
            <a:extLst>
              <a:ext uri="{FF2B5EF4-FFF2-40B4-BE49-F238E27FC236}">
                <a16:creationId xmlns:a16="http://schemas.microsoft.com/office/drawing/2014/main" id="{6DCEA72E-D49D-494E-915F-791FAC6B5853}"/>
              </a:ext>
            </a:extLst>
          </p:cNvPr>
          <p:cNvGrpSpPr/>
          <p:nvPr/>
        </p:nvGrpSpPr>
        <p:grpSpPr>
          <a:xfrm>
            <a:off x="7016517" y="2778549"/>
            <a:ext cx="2497379" cy="2210533"/>
            <a:chOff x="1852459" y="1689372"/>
            <a:chExt cx="2497379" cy="2210533"/>
          </a:xfrm>
        </p:grpSpPr>
        <p:sp>
          <p:nvSpPr>
            <p:cNvPr id="22" name="圆角矩形 6">
              <a:extLst>
                <a:ext uri="{FF2B5EF4-FFF2-40B4-BE49-F238E27FC236}">
                  <a16:creationId xmlns:a16="http://schemas.microsoft.com/office/drawing/2014/main" id="{9F653EDE-250F-4858-8EF0-DB49AC26A98E}"/>
                </a:ext>
              </a:extLst>
            </p:cNvPr>
            <p:cNvSpPr/>
            <p:nvPr/>
          </p:nvSpPr>
          <p:spPr>
            <a:xfrm>
              <a:off x="2602490" y="1689372"/>
              <a:ext cx="997324" cy="9973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>
                  <a:solidFill>
                    <a:schemeClr val="accent1">
                      <a:lumMod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02</a:t>
              </a:r>
              <a:endParaRPr lang="zh-CN" altLang="en-US" sz="3600" b="1" dirty="0">
                <a:solidFill>
                  <a:schemeClr val="accent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23" name="文本框 12">
              <a:extLst>
                <a:ext uri="{FF2B5EF4-FFF2-40B4-BE49-F238E27FC236}">
                  <a16:creationId xmlns:a16="http://schemas.microsoft.com/office/drawing/2014/main" id="{780DB5EB-A04B-45BB-99D9-88B0334F9293}"/>
                </a:ext>
              </a:extLst>
            </p:cNvPr>
            <p:cNvSpPr txBox="1"/>
            <p:nvPr/>
          </p:nvSpPr>
          <p:spPr>
            <a:xfrm>
              <a:off x="1852459" y="2915565"/>
              <a:ext cx="24973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製作互動介面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2" name="文本框 13">
              <a:extLst>
                <a:ext uri="{FF2B5EF4-FFF2-40B4-BE49-F238E27FC236}">
                  <a16:creationId xmlns:a16="http://schemas.microsoft.com/office/drawing/2014/main" id="{4EE3EFB2-61A0-4008-8926-3721036245D9}"/>
                </a:ext>
              </a:extLst>
            </p:cNvPr>
            <p:cNvSpPr txBox="1"/>
            <p:nvPr/>
          </p:nvSpPr>
          <p:spPr>
            <a:xfrm>
              <a:off x="2170946" y="3281722"/>
              <a:ext cx="1860403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使用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unity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製作</a:t>
              </a:r>
              <a:endParaRPr lang="en-US" altLang="zh-TW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植物的互動介面</a:t>
              </a:r>
              <a:endParaRPr lang="en-US" altLang="zh-TW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21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B71C0C-4FD4-4E9C-A4E9-25457AF85F6C}"/>
              </a:ext>
            </a:extLst>
          </p:cNvPr>
          <p:cNvGrpSpPr/>
          <p:nvPr/>
        </p:nvGrpSpPr>
        <p:grpSpPr>
          <a:xfrm>
            <a:off x="415234" y="-199604"/>
            <a:ext cx="5253027" cy="1272564"/>
            <a:chOff x="415234" y="-199604"/>
            <a:chExt cx="3140765" cy="1272564"/>
          </a:xfrm>
        </p:grpSpPr>
        <p:sp>
          <p:nvSpPr>
            <p:cNvPr id="19" name="饼形 6">
              <a:extLst>
                <a:ext uri="{FF2B5EF4-FFF2-40B4-BE49-F238E27FC236}">
                  <a16:creationId xmlns:a16="http://schemas.microsoft.com/office/drawing/2014/main" id="{809954F3-6F7E-4CC3-A386-6D7571AFAA14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AD6791E-B100-4E6A-9144-DCFA859C2B6F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9">
              <a:extLst>
                <a:ext uri="{FF2B5EF4-FFF2-40B4-BE49-F238E27FC236}">
                  <a16:creationId xmlns:a16="http://schemas.microsoft.com/office/drawing/2014/main" id="{729CD339-02D8-4A33-8FEF-B9917C324496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訓練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yolov4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偵測出盆栽</a:t>
              </a:r>
            </a:p>
          </p:txBody>
        </p:sp>
      </p:grpSp>
      <p:sp>
        <p:nvSpPr>
          <p:cNvPr id="10" name="矩形: 圓角化同側角落 9">
            <a:extLst>
              <a:ext uri="{FF2B5EF4-FFF2-40B4-BE49-F238E27FC236}">
                <a16:creationId xmlns:a16="http://schemas.microsoft.com/office/drawing/2014/main" id="{3F44C0A1-7B6F-4D14-99B9-2C56E7FF78B4}"/>
              </a:ext>
            </a:extLst>
          </p:cNvPr>
          <p:cNvSpPr/>
          <p:nvPr/>
        </p:nvSpPr>
        <p:spPr>
          <a:xfrm>
            <a:off x="8963810" y="2939528"/>
            <a:ext cx="45719" cy="45719"/>
          </a:xfrm>
          <a:prstGeom prst="round2SameRect">
            <a:avLst/>
          </a:prstGeom>
          <a:blipFill>
            <a:blip r:embed="rId3"/>
            <a:srcRect/>
            <a:stretch>
              <a:fillRect t="-5616" b="-5574"/>
            </a:stretch>
          </a:blipFill>
          <a:ln>
            <a:noFill/>
          </a:ln>
          <a:effectLst>
            <a:outerShdw blurRad="3048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任意多边形 10">
            <a:extLst>
              <a:ext uri="{FF2B5EF4-FFF2-40B4-BE49-F238E27FC236}">
                <a16:creationId xmlns:a16="http://schemas.microsoft.com/office/drawing/2014/main" id="{A41C6287-E45B-4B97-9082-AD4FD4DFC4D5}"/>
              </a:ext>
            </a:extLst>
          </p:cNvPr>
          <p:cNvSpPr/>
          <p:nvPr/>
        </p:nvSpPr>
        <p:spPr>
          <a:xfrm rot="1002043">
            <a:off x="-337751" y="5608033"/>
            <a:ext cx="1918080" cy="177960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1">
            <a:extLst>
              <a:ext uri="{FF2B5EF4-FFF2-40B4-BE49-F238E27FC236}">
                <a16:creationId xmlns:a16="http://schemas.microsoft.com/office/drawing/2014/main" id="{4D80C476-1FA2-4311-A7B5-3A8422BE9D89}"/>
              </a:ext>
            </a:extLst>
          </p:cNvPr>
          <p:cNvSpPr/>
          <p:nvPr/>
        </p:nvSpPr>
        <p:spPr>
          <a:xfrm>
            <a:off x="972714" y="5853923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0">
            <a:extLst>
              <a:ext uri="{FF2B5EF4-FFF2-40B4-BE49-F238E27FC236}">
                <a16:creationId xmlns:a16="http://schemas.microsoft.com/office/drawing/2014/main" id="{23B27EDA-1663-4212-B457-7405922C6E9E}"/>
              </a:ext>
            </a:extLst>
          </p:cNvPr>
          <p:cNvSpPr/>
          <p:nvPr/>
        </p:nvSpPr>
        <p:spPr>
          <a:xfrm rot="1695913">
            <a:off x="10601339" y="4060753"/>
            <a:ext cx="3181322" cy="3260343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61E08D21-B279-4DEB-BEDC-85F63B6821D6}"/>
              </a:ext>
            </a:extLst>
          </p:cNvPr>
          <p:cNvSpPr txBox="1"/>
          <p:nvPr/>
        </p:nvSpPr>
        <p:spPr>
          <a:xfrm>
            <a:off x="1844122" y="360163"/>
            <a:ext cx="70215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TW" altLang="en-US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切割出盆栽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28A66-7CBA-4CDF-9713-EDECA7240FAA}"/>
              </a:ext>
            </a:extLst>
          </p:cNvPr>
          <p:cNvSpPr/>
          <p:nvPr/>
        </p:nvSpPr>
        <p:spPr>
          <a:xfrm>
            <a:off x="3058154" y="2985247"/>
            <a:ext cx="5201755" cy="153833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B260144E-EE68-47AF-8D88-6AF614E16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861328"/>
              </p:ext>
            </p:extLst>
          </p:nvPr>
        </p:nvGraphicFramePr>
        <p:xfrm>
          <a:off x="2031999" y="719666"/>
          <a:ext cx="871912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3319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B71C0C-4FD4-4E9C-A4E9-25457AF85F6C}"/>
              </a:ext>
            </a:extLst>
          </p:cNvPr>
          <p:cNvGrpSpPr/>
          <p:nvPr/>
        </p:nvGrpSpPr>
        <p:grpSpPr>
          <a:xfrm>
            <a:off x="415234" y="-199604"/>
            <a:ext cx="5253027" cy="1272564"/>
            <a:chOff x="415234" y="-199604"/>
            <a:chExt cx="3140765" cy="1272564"/>
          </a:xfrm>
        </p:grpSpPr>
        <p:sp>
          <p:nvSpPr>
            <p:cNvPr id="19" name="饼形 6">
              <a:extLst>
                <a:ext uri="{FF2B5EF4-FFF2-40B4-BE49-F238E27FC236}">
                  <a16:creationId xmlns:a16="http://schemas.microsoft.com/office/drawing/2014/main" id="{809954F3-6F7E-4CC3-A386-6D7571AFAA14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AD6791E-B100-4E6A-9144-DCFA859C2B6F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9">
              <a:extLst>
                <a:ext uri="{FF2B5EF4-FFF2-40B4-BE49-F238E27FC236}">
                  <a16:creationId xmlns:a16="http://schemas.microsoft.com/office/drawing/2014/main" id="{729CD339-02D8-4A33-8FEF-B9917C324496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訓練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yolov4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偵測出盆栽</a:t>
              </a:r>
            </a:p>
          </p:txBody>
        </p:sp>
      </p:grpSp>
      <p:sp>
        <p:nvSpPr>
          <p:cNvPr id="10" name="矩形: 圓角化同側角落 9">
            <a:extLst>
              <a:ext uri="{FF2B5EF4-FFF2-40B4-BE49-F238E27FC236}">
                <a16:creationId xmlns:a16="http://schemas.microsoft.com/office/drawing/2014/main" id="{3F44C0A1-7B6F-4D14-99B9-2C56E7FF78B4}"/>
              </a:ext>
            </a:extLst>
          </p:cNvPr>
          <p:cNvSpPr/>
          <p:nvPr/>
        </p:nvSpPr>
        <p:spPr>
          <a:xfrm>
            <a:off x="8963810" y="2939528"/>
            <a:ext cx="45719" cy="45719"/>
          </a:xfrm>
          <a:prstGeom prst="round2SameRect">
            <a:avLst/>
          </a:prstGeom>
          <a:blipFill>
            <a:blip r:embed="rId3"/>
            <a:srcRect/>
            <a:stretch>
              <a:fillRect t="-5616" b="-5574"/>
            </a:stretch>
          </a:blipFill>
          <a:ln>
            <a:noFill/>
          </a:ln>
          <a:effectLst>
            <a:outerShdw blurRad="3048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任意多边形 10">
            <a:extLst>
              <a:ext uri="{FF2B5EF4-FFF2-40B4-BE49-F238E27FC236}">
                <a16:creationId xmlns:a16="http://schemas.microsoft.com/office/drawing/2014/main" id="{A41C6287-E45B-4B97-9082-AD4FD4DFC4D5}"/>
              </a:ext>
            </a:extLst>
          </p:cNvPr>
          <p:cNvSpPr/>
          <p:nvPr/>
        </p:nvSpPr>
        <p:spPr>
          <a:xfrm rot="1002043">
            <a:off x="-337751" y="5608033"/>
            <a:ext cx="1918080" cy="177960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1">
            <a:extLst>
              <a:ext uri="{FF2B5EF4-FFF2-40B4-BE49-F238E27FC236}">
                <a16:creationId xmlns:a16="http://schemas.microsoft.com/office/drawing/2014/main" id="{4D80C476-1FA2-4311-A7B5-3A8422BE9D89}"/>
              </a:ext>
            </a:extLst>
          </p:cNvPr>
          <p:cNvSpPr/>
          <p:nvPr/>
        </p:nvSpPr>
        <p:spPr>
          <a:xfrm>
            <a:off x="972714" y="5853923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0">
            <a:extLst>
              <a:ext uri="{FF2B5EF4-FFF2-40B4-BE49-F238E27FC236}">
                <a16:creationId xmlns:a16="http://schemas.microsoft.com/office/drawing/2014/main" id="{23B27EDA-1663-4212-B457-7405922C6E9E}"/>
              </a:ext>
            </a:extLst>
          </p:cNvPr>
          <p:cNvSpPr/>
          <p:nvPr/>
        </p:nvSpPr>
        <p:spPr>
          <a:xfrm rot="1695913">
            <a:off x="10601339" y="4060753"/>
            <a:ext cx="3181322" cy="3260343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61E08D21-B279-4DEB-BEDC-85F63B6821D6}"/>
              </a:ext>
            </a:extLst>
          </p:cNvPr>
          <p:cNvSpPr txBox="1"/>
          <p:nvPr/>
        </p:nvSpPr>
        <p:spPr>
          <a:xfrm>
            <a:off x="1844122" y="360163"/>
            <a:ext cx="70215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TW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yolov4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28A66-7CBA-4CDF-9713-EDECA7240FAA}"/>
              </a:ext>
            </a:extLst>
          </p:cNvPr>
          <p:cNvSpPr/>
          <p:nvPr/>
        </p:nvSpPr>
        <p:spPr>
          <a:xfrm>
            <a:off x="3058154" y="2985247"/>
            <a:ext cx="5201755" cy="153833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B761989-2E84-4029-8CB3-0149DB98D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679" y="538325"/>
            <a:ext cx="7216765" cy="594411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01FF09-A2F1-4221-B34B-3FDD07788DF1}"/>
              </a:ext>
            </a:extLst>
          </p:cNvPr>
          <p:cNvSpPr txBox="1"/>
          <p:nvPr/>
        </p:nvSpPr>
        <p:spPr>
          <a:xfrm>
            <a:off x="901091" y="1380317"/>
            <a:ext cx="333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clone </a:t>
            </a:r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並建立</a:t>
            </a:r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darknet</a:t>
            </a:r>
            <a:endParaRPr lang="zh-TW" altLang="en-US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426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B71C0C-4FD4-4E9C-A4E9-25457AF85F6C}"/>
              </a:ext>
            </a:extLst>
          </p:cNvPr>
          <p:cNvGrpSpPr/>
          <p:nvPr/>
        </p:nvGrpSpPr>
        <p:grpSpPr>
          <a:xfrm>
            <a:off x="415234" y="-199604"/>
            <a:ext cx="5253027" cy="1272564"/>
            <a:chOff x="415234" y="-199604"/>
            <a:chExt cx="3140765" cy="1272564"/>
          </a:xfrm>
        </p:grpSpPr>
        <p:sp>
          <p:nvSpPr>
            <p:cNvPr id="19" name="饼形 6">
              <a:extLst>
                <a:ext uri="{FF2B5EF4-FFF2-40B4-BE49-F238E27FC236}">
                  <a16:creationId xmlns:a16="http://schemas.microsoft.com/office/drawing/2014/main" id="{809954F3-6F7E-4CC3-A386-6D7571AFAA14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AD6791E-B100-4E6A-9144-DCFA859C2B6F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9">
              <a:extLst>
                <a:ext uri="{FF2B5EF4-FFF2-40B4-BE49-F238E27FC236}">
                  <a16:creationId xmlns:a16="http://schemas.microsoft.com/office/drawing/2014/main" id="{729CD339-02D8-4A33-8FEF-B9917C324496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訓練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yolov4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偵測出盆栽</a:t>
              </a:r>
            </a:p>
          </p:txBody>
        </p:sp>
      </p:grpSp>
      <p:sp>
        <p:nvSpPr>
          <p:cNvPr id="10" name="矩形: 圓角化同側角落 9">
            <a:extLst>
              <a:ext uri="{FF2B5EF4-FFF2-40B4-BE49-F238E27FC236}">
                <a16:creationId xmlns:a16="http://schemas.microsoft.com/office/drawing/2014/main" id="{3F44C0A1-7B6F-4D14-99B9-2C56E7FF78B4}"/>
              </a:ext>
            </a:extLst>
          </p:cNvPr>
          <p:cNvSpPr/>
          <p:nvPr/>
        </p:nvSpPr>
        <p:spPr>
          <a:xfrm>
            <a:off x="8963810" y="2939528"/>
            <a:ext cx="45719" cy="45719"/>
          </a:xfrm>
          <a:prstGeom prst="round2SameRect">
            <a:avLst/>
          </a:prstGeom>
          <a:blipFill>
            <a:blip r:embed="rId3"/>
            <a:srcRect/>
            <a:stretch>
              <a:fillRect t="-5616" b="-5574"/>
            </a:stretch>
          </a:blipFill>
          <a:ln>
            <a:noFill/>
          </a:ln>
          <a:effectLst>
            <a:outerShdw blurRad="3048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任意多边形 10">
            <a:extLst>
              <a:ext uri="{FF2B5EF4-FFF2-40B4-BE49-F238E27FC236}">
                <a16:creationId xmlns:a16="http://schemas.microsoft.com/office/drawing/2014/main" id="{A41C6287-E45B-4B97-9082-AD4FD4DFC4D5}"/>
              </a:ext>
            </a:extLst>
          </p:cNvPr>
          <p:cNvSpPr/>
          <p:nvPr/>
        </p:nvSpPr>
        <p:spPr>
          <a:xfrm rot="1002043">
            <a:off x="-337751" y="5608033"/>
            <a:ext cx="1918080" cy="177960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1">
            <a:extLst>
              <a:ext uri="{FF2B5EF4-FFF2-40B4-BE49-F238E27FC236}">
                <a16:creationId xmlns:a16="http://schemas.microsoft.com/office/drawing/2014/main" id="{4D80C476-1FA2-4311-A7B5-3A8422BE9D89}"/>
              </a:ext>
            </a:extLst>
          </p:cNvPr>
          <p:cNvSpPr/>
          <p:nvPr/>
        </p:nvSpPr>
        <p:spPr>
          <a:xfrm>
            <a:off x="972714" y="5853923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0">
            <a:extLst>
              <a:ext uri="{FF2B5EF4-FFF2-40B4-BE49-F238E27FC236}">
                <a16:creationId xmlns:a16="http://schemas.microsoft.com/office/drawing/2014/main" id="{23B27EDA-1663-4212-B457-7405922C6E9E}"/>
              </a:ext>
            </a:extLst>
          </p:cNvPr>
          <p:cNvSpPr/>
          <p:nvPr/>
        </p:nvSpPr>
        <p:spPr>
          <a:xfrm rot="1695913">
            <a:off x="10601339" y="4060753"/>
            <a:ext cx="3181322" cy="3260343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61E08D21-B279-4DEB-BEDC-85F63B6821D6}"/>
              </a:ext>
            </a:extLst>
          </p:cNvPr>
          <p:cNvSpPr txBox="1"/>
          <p:nvPr/>
        </p:nvSpPr>
        <p:spPr>
          <a:xfrm>
            <a:off x="1844122" y="360163"/>
            <a:ext cx="70215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TW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yolov4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28A66-7CBA-4CDF-9713-EDECA7240FAA}"/>
              </a:ext>
            </a:extLst>
          </p:cNvPr>
          <p:cNvSpPr/>
          <p:nvPr/>
        </p:nvSpPr>
        <p:spPr>
          <a:xfrm>
            <a:off x="3058154" y="2985247"/>
            <a:ext cx="5201755" cy="153833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18087C1-3163-4754-A68B-C9519D4C8CA0}"/>
              </a:ext>
            </a:extLst>
          </p:cNvPr>
          <p:cNvSpPr txBox="1"/>
          <p:nvPr/>
        </p:nvSpPr>
        <p:spPr>
          <a:xfrm>
            <a:off x="885190" y="1254996"/>
            <a:ext cx="6623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在</a:t>
            </a:r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COCO </a:t>
            </a:r>
            <a:r>
              <a:rPr lang="en-US" altLang="zh-TW" dirty="0" err="1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Dateset</a:t>
            </a:r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中找到了關於盆栽</a:t>
            </a:r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(potted plant)</a:t>
            </a:r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的種類</a:t>
            </a:r>
            <a:endParaRPr lang="en-US" altLang="zh-TW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因此先使用這個資料庫並將這個種類特別挑出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F0CE596-3072-4B15-A317-559690317E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526" t="15646" r="3617" b="5252"/>
          <a:stretch/>
        </p:blipFill>
        <p:spPr>
          <a:xfrm>
            <a:off x="1880505" y="1991400"/>
            <a:ext cx="8734172" cy="486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0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B71C0C-4FD4-4E9C-A4E9-25457AF85F6C}"/>
              </a:ext>
            </a:extLst>
          </p:cNvPr>
          <p:cNvGrpSpPr/>
          <p:nvPr/>
        </p:nvGrpSpPr>
        <p:grpSpPr>
          <a:xfrm>
            <a:off x="415234" y="-199604"/>
            <a:ext cx="5253027" cy="1272564"/>
            <a:chOff x="415234" y="-199604"/>
            <a:chExt cx="3140765" cy="1272564"/>
          </a:xfrm>
        </p:grpSpPr>
        <p:sp>
          <p:nvSpPr>
            <p:cNvPr id="19" name="饼形 6">
              <a:extLst>
                <a:ext uri="{FF2B5EF4-FFF2-40B4-BE49-F238E27FC236}">
                  <a16:creationId xmlns:a16="http://schemas.microsoft.com/office/drawing/2014/main" id="{809954F3-6F7E-4CC3-A386-6D7571AFAA14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AD6791E-B100-4E6A-9144-DCFA859C2B6F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9">
              <a:extLst>
                <a:ext uri="{FF2B5EF4-FFF2-40B4-BE49-F238E27FC236}">
                  <a16:creationId xmlns:a16="http://schemas.microsoft.com/office/drawing/2014/main" id="{729CD339-02D8-4A33-8FEF-B9917C324496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訓練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yolov4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偵測出盆栽</a:t>
              </a:r>
            </a:p>
          </p:txBody>
        </p:sp>
      </p:grpSp>
      <p:sp>
        <p:nvSpPr>
          <p:cNvPr id="10" name="矩形: 圓角化同側角落 9">
            <a:extLst>
              <a:ext uri="{FF2B5EF4-FFF2-40B4-BE49-F238E27FC236}">
                <a16:creationId xmlns:a16="http://schemas.microsoft.com/office/drawing/2014/main" id="{3F44C0A1-7B6F-4D14-99B9-2C56E7FF78B4}"/>
              </a:ext>
            </a:extLst>
          </p:cNvPr>
          <p:cNvSpPr/>
          <p:nvPr/>
        </p:nvSpPr>
        <p:spPr>
          <a:xfrm>
            <a:off x="8963810" y="2939528"/>
            <a:ext cx="45719" cy="45719"/>
          </a:xfrm>
          <a:prstGeom prst="round2SameRect">
            <a:avLst/>
          </a:prstGeom>
          <a:blipFill>
            <a:blip r:embed="rId3"/>
            <a:srcRect/>
            <a:stretch>
              <a:fillRect t="-5616" b="-5574"/>
            </a:stretch>
          </a:blipFill>
          <a:ln>
            <a:noFill/>
          </a:ln>
          <a:effectLst>
            <a:outerShdw blurRad="3048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任意多边形 10">
            <a:extLst>
              <a:ext uri="{FF2B5EF4-FFF2-40B4-BE49-F238E27FC236}">
                <a16:creationId xmlns:a16="http://schemas.microsoft.com/office/drawing/2014/main" id="{A41C6287-E45B-4B97-9082-AD4FD4DFC4D5}"/>
              </a:ext>
            </a:extLst>
          </p:cNvPr>
          <p:cNvSpPr/>
          <p:nvPr/>
        </p:nvSpPr>
        <p:spPr>
          <a:xfrm rot="1002043">
            <a:off x="-337751" y="5608033"/>
            <a:ext cx="1918080" cy="177960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1">
            <a:extLst>
              <a:ext uri="{FF2B5EF4-FFF2-40B4-BE49-F238E27FC236}">
                <a16:creationId xmlns:a16="http://schemas.microsoft.com/office/drawing/2014/main" id="{4D80C476-1FA2-4311-A7B5-3A8422BE9D89}"/>
              </a:ext>
            </a:extLst>
          </p:cNvPr>
          <p:cNvSpPr/>
          <p:nvPr/>
        </p:nvSpPr>
        <p:spPr>
          <a:xfrm>
            <a:off x="972714" y="5853923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0">
            <a:extLst>
              <a:ext uri="{FF2B5EF4-FFF2-40B4-BE49-F238E27FC236}">
                <a16:creationId xmlns:a16="http://schemas.microsoft.com/office/drawing/2014/main" id="{23B27EDA-1663-4212-B457-7405922C6E9E}"/>
              </a:ext>
            </a:extLst>
          </p:cNvPr>
          <p:cNvSpPr/>
          <p:nvPr/>
        </p:nvSpPr>
        <p:spPr>
          <a:xfrm rot="1695913">
            <a:off x="10601339" y="4060753"/>
            <a:ext cx="3181322" cy="3260343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61E08D21-B279-4DEB-BEDC-85F63B6821D6}"/>
              </a:ext>
            </a:extLst>
          </p:cNvPr>
          <p:cNvSpPr txBox="1"/>
          <p:nvPr/>
        </p:nvSpPr>
        <p:spPr>
          <a:xfrm>
            <a:off x="1844122" y="360163"/>
            <a:ext cx="70215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TW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yolov4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28A66-7CBA-4CDF-9713-EDECA7240FAA}"/>
              </a:ext>
            </a:extLst>
          </p:cNvPr>
          <p:cNvSpPr/>
          <p:nvPr/>
        </p:nvSpPr>
        <p:spPr>
          <a:xfrm>
            <a:off x="3058154" y="2985247"/>
            <a:ext cx="5201755" cy="153833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5A4FA0C-6715-462F-9EA8-AD3E61AF8CBA}"/>
              </a:ext>
            </a:extLst>
          </p:cNvPr>
          <p:cNvSpPr txBox="1"/>
          <p:nvPr/>
        </p:nvSpPr>
        <p:spPr>
          <a:xfrm>
            <a:off x="885190" y="1377861"/>
            <a:ext cx="3657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又因切出來的資料格式是</a:t>
            </a:r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.xml</a:t>
            </a:r>
          </a:p>
          <a:p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而</a:t>
            </a:r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yolov4</a:t>
            </a:r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需要的資料格式是</a:t>
            </a:r>
            <a:r>
              <a:rPr lang="en-US" altLang="zh-TW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.txt</a:t>
            </a:r>
          </a:p>
          <a:p>
            <a:r>
              <a:rPr lang="zh-TW" altLang="en-US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因此再寫程式做轉換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FEC37B0-6BE8-4FE4-945A-30958525D9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66" t="2661"/>
          <a:stretch/>
        </p:blipFill>
        <p:spPr>
          <a:xfrm>
            <a:off x="7368541" y="148676"/>
            <a:ext cx="3935442" cy="558170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B974926-00FF-49FA-969D-D0F82C5D91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74" t="18760" b="20202"/>
          <a:stretch/>
        </p:blipFill>
        <p:spPr>
          <a:xfrm>
            <a:off x="194614" y="5890662"/>
            <a:ext cx="11562243" cy="745828"/>
          </a:xfrm>
          <a:prstGeom prst="rect">
            <a:avLst/>
          </a:prstGeom>
        </p:spPr>
      </p:pic>
      <p:sp>
        <p:nvSpPr>
          <p:cNvPr id="26" name="箭號: 上彎 25">
            <a:extLst>
              <a:ext uri="{FF2B5EF4-FFF2-40B4-BE49-F238E27FC236}">
                <a16:creationId xmlns:a16="http://schemas.microsoft.com/office/drawing/2014/main" id="{F5D68A60-993F-428D-A6B2-42AFE7DEE989}"/>
              </a:ext>
            </a:extLst>
          </p:cNvPr>
          <p:cNvSpPr/>
          <p:nvPr/>
        </p:nvSpPr>
        <p:spPr>
          <a:xfrm rot="10800000">
            <a:off x="4446067" y="3246974"/>
            <a:ext cx="2208154" cy="2383339"/>
          </a:xfrm>
          <a:prstGeom prst="bentUpArrow">
            <a:avLst/>
          </a:prstGeom>
          <a:solidFill>
            <a:srgbClr val="1F4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83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B71C0C-4FD4-4E9C-A4E9-25457AF85F6C}"/>
              </a:ext>
            </a:extLst>
          </p:cNvPr>
          <p:cNvGrpSpPr/>
          <p:nvPr/>
        </p:nvGrpSpPr>
        <p:grpSpPr>
          <a:xfrm>
            <a:off x="415234" y="-199604"/>
            <a:ext cx="5253027" cy="1272564"/>
            <a:chOff x="415234" y="-199604"/>
            <a:chExt cx="3140765" cy="1272564"/>
          </a:xfrm>
        </p:grpSpPr>
        <p:sp>
          <p:nvSpPr>
            <p:cNvPr id="19" name="饼形 6">
              <a:extLst>
                <a:ext uri="{FF2B5EF4-FFF2-40B4-BE49-F238E27FC236}">
                  <a16:creationId xmlns:a16="http://schemas.microsoft.com/office/drawing/2014/main" id="{809954F3-6F7E-4CC3-A386-6D7571AFAA14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AD6791E-B100-4E6A-9144-DCFA859C2B6F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9">
              <a:extLst>
                <a:ext uri="{FF2B5EF4-FFF2-40B4-BE49-F238E27FC236}">
                  <a16:creationId xmlns:a16="http://schemas.microsoft.com/office/drawing/2014/main" id="{729CD339-02D8-4A33-8FEF-B9917C324496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訓練</a:t>
              </a:r>
              <a:r>
                <a:rPr lang="en-US" altLang="zh-TW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yolov4</a:t>
              </a:r>
              <a:r>
                <a:rPr lang="zh-TW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偵測出盆栽</a:t>
              </a:r>
            </a:p>
          </p:txBody>
        </p:sp>
      </p:grpSp>
      <p:sp>
        <p:nvSpPr>
          <p:cNvPr id="10" name="矩形: 圓角化同側角落 9">
            <a:extLst>
              <a:ext uri="{FF2B5EF4-FFF2-40B4-BE49-F238E27FC236}">
                <a16:creationId xmlns:a16="http://schemas.microsoft.com/office/drawing/2014/main" id="{3F44C0A1-7B6F-4D14-99B9-2C56E7FF78B4}"/>
              </a:ext>
            </a:extLst>
          </p:cNvPr>
          <p:cNvSpPr/>
          <p:nvPr/>
        </p:nvSpPr>
        <p:spPr>
          <a:xfrm>
            <a:off x="8963810" y="2939528"/>
            <a:ext cx="45719" cy="45719"/>
          </a:xfrm>
          <a:prstGeom prst="round2SameRect">
            <a:avLst/>
          </a:prstGeom>
          <a:blipFill>
            <a:blip r:embed="rId3"/>
            <a:srcRect/>
            <a:stretch>
              <a:fillRect t="-5616" b="-5574"/>
            </a:stretch>
          </a:blipFill>
          <a:ln>
            <a:noFill/>
          </a:ln>
          <a:effectLst>
            <a:outerShdw blurRad="3048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任意多边形 10">
            <a:extLst>
              <a:ext uri="{FF2B5EF4-FFF2-40B4-BE49-F238E27FC236}">
                <a16:creationId xmlns:a16="http://schemas.microsoft.com/office/drawing/2014/main" id="{A41C6287-E45B-4B97-9082-AD4FD4DFC4D5}"/>
              </a:ext>
            </a:extLst>
          </p:cNvPr>
          <p:cNvSpPr/>
          <p:nvPr/>
        </p:nvSpPr>
        <p:spPr>
          <a:xfrm rot="1002043">
            <a:off x="-337751" y="5608033"/>
            <a:ext cx="1918080" cy="177960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1">
            <a:extLst>
              <a:ext uri="{FF2B5EF4-FFF2-40B4-BE49-F238E27FC236}">
                <a16:creationId xmlns:a16="http://schemas.microsoft.com/office/drawing/2014/main" id="{4D80C476-1FA2-4311-A7B5-3A8422BE9D89}"/>
              </a:ext>
            </a:extLst>
          </p:cNvPr>
          <p:cNvSpPr/>
          <p:nvPr/>
        </p:nvSpPr>
        <p:spPr>
          <a:xfrm>
            <a:off x="972714" y="5853923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0">
            <a:extLst>
              <a:ext uri="{FF2B5EF4-FFF2-40B4-BE49-F238E27FC236}">
                <a16:creationId xmlns:a16="http://schemas.microsoft.com/office/drawing/2014/main" id="{23B27EDA-1663-4212-B457-7405922C6E9E}"/>
              </a:ext>
            </a:extLst>
          </p:cNvPr>
          <p:cNvSpPr/>
          <p:nvPr/>
        </p:nvSpPr>
        <p:spPr>
          <a:xfrm rot="1695913">
            <a:off x="10601339" y="4060753"/>
            <a:ext cx="3181322" cy="3260343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61E08D21-B279-4DEB-BEDC-85F63B6821D6}"/>
              </a:ext>
            </a:extLst>
          </p:cNvPr>
          <p:cNvSpPr txBox="1"/>
          <p:nvPr/>
        </p:nvSpPr>
        <p:spPr>
          <a:xfrm>
            <a:off x="1844122" y="360163"/>
            <a:ext cx="70215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TW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yolov4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28A66-7CBA-4CDF-9713-EDECA7240FAA}"/>
              </a:ext>
            </a:extLst>
          </p:cNvPr>
          <p:cNvSpPr/>
          <p:nvPr/>
        </p:nvSpPr>
        <p:spPr>
          <a:xfrm>
            <a:off x="3058154" y="2985247"/>
            <a:ext cx="5201755" cy="153833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06EFCB8-05E2-484A-B155-4FD45E6B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38" y="1364650"/>
            <a:ext cx="6945421" cy="395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9B6A35A-2A57-471B-B37C-714ED75DE8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48" y="1011055"/>
            <a:ext cx="5362036" cy="536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1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696219" y="1382668"/>
            <a:ext cx="6521190" cy="1651150"/>
            <a:chOff x="546360" y="1924050"/>
            <a:chExt cx="6521190" cy="1651150"/>
          </a:xfrm>
        </p:grpSpPr>
        <p:sp>
          <p:nvSpPr>
            <p:cNvPr id="2" name="圆角矩形 1"/>
            <p:cNvSpPr/>
            <p:nvPr/>
          </p:nvSpPr>
          <p:spPr>
            <a:xfrm>
              <a:off x="546360" y="1924050"/>
              <a:ext cx="6521190" cy="1504950"/>
            </a:xfrm>
            <a:prstGeom prst="roundRect">
              <a:avLst>
                <a:gd name="adj" fmla="val 6540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45691" y="2328543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1</a:t>
              </a:r>
              <a:endParaRPr lang="zh-CN" altLang="en-US" sz="3200" b="1"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035276" y="2219928"/>
              <a:ext cx="3910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訓練出來的東西切的不精準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35277" y="2551458"/>
              <a:ext cx="3329824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可能要把多放一些訓練資料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?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目前有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4456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張訓練資料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但是有些的主角不是盆栽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1BA0194-96CB-4129-87DC-8D73BDF488A6}"/>
              </a:ext>
            </a:extLst>
          </p:cNvPr>
          <p:cNvGrpSpPr/>
          <p:nvPr/>
        </p:nvGrpSpPr>
        <p:grpSpPr>
          <a:xfrm>
            <a:off x="415234" y="-199604"/>
            <a:ext cx="3140765" cy="1272564"/>
            <a:chOff x="415234" y="-199604"/>
            <a:chExt cx="3140765" cy="1272564"/>
          </a:xfrm>
        </p:grpSpPr>
        <p:sp>
          <p:nvSpPr>
            <p:cNvPr id="22" name="饼形 6">
              <a:extLst>
                <a:ext uri="{FF2B5EF4-FFF2-40B4-BE49-F238E27FC236}">
                  <a16:creationId xmlns:a16="http://schemas.microsoft.com/office/drawing/2014/main" id="{6F757AA8-2E98-4B46-966A-5229CEB84501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gradFill flip="none" rotWithShape="1">
              <a:gsLst>
                <a:gs pos="0">
                  <a:srgbClr val="5C33D9">
                    <a:alpha val="40000"/>
                  </a:srgbClr>
                </a:gs>
                <a:gs pos="100000">
                  <a:srgbClr val="128EEF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4B4EFC2-A534-4349-BA59-4EEAD6745CE4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B7D1633-35EA-46D3-88F6-90918E938643}"/>
                </a:ext>
              </a:extLst>
            </p:cNvPr>
            <p:cNvSpPr txBox="1"/>
            <p:nvPr/>
          </p:nvSpPr>
          <p:spPr>
            <a:xfrm>
              <a:off x="1269561" y="360163"/>
              <a:ext cx="2264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遇到的困難</a:t>
              </a:r>
              <a:endParaRPr lang="zh-CN" altLang="en-US" sz="28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2" name="文本框 19">
              <a:extLst>
                <a:ext uri="{FF2B5EF4-FFF2-40B4-BE49-F238E27FC236}">
                  <a16:creationId xmlns:a16="http://schemas.microsoft.com/office/drawing/2014/main" id="{11292BBC-02E7-409D-9056-7F7D910F4DCC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TW" sz="1200" i="1" spc="200" dirty="0">
                  <a:solidFill>
                    <a:schemeClr val="bg1">
                      <a:lumMod val="65000"/>
                    </a:schemeClr>
                  </a:solidFill>
                </a:rPr>
                <a:t>Difficulties</a:t>
              </a:r>
              <a:endParaRPr lang="zh-CN" altLang="en-US" sz="1200" i="1" spc="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D0413ABC-8813-4E70-93BE-ED36DD026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299" y="1360278"/>
            <a:ext cx="4201079" cy="4201079"/>
          </a:xfrm>
          <a:prstGeom prst="rect">
            <a:avLst/>
          </a:prstGeom>
        </p:spPr>
      </p:pic>
      <p:sp>
        <p:nvSpPr>
          <p:cNvPr id="31" name="饼形 6">
            <a:extLst>
              <a:ext uri="{FF2B5EF4-FFF2-40B4-BE49-F238E27FC236}">
                <a16:creationId xmlns:a16="http://schemas.microsoft.com/office/drawing/2014/main" id="{808CA46F-4E46-4ECB-8887-0B86FD1C1621}"/>
              </a:ext>
            </a:extLst>
          </p:cNvPr>
          <p:cNvSpPr/>
          <p:nvPr/>
        </p:nvSpPr>
        <p:spPr>
          <a:xfrm rot="16200000">
            <a:off x="610005" y="-411792"/>
            <a:ext cx="1210658" cy="1600200"/>
          </a:xfrm>
          <a:prstGeom prst="pie">
            <a:avLst>
              <a:gd name="adj1" fmla="val 10780140"/>
              <a:gd name="adj2" fmla="val 16200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378A83-53ED-4C14-9131-F39450287E10}"/>
              </a:ext>
            </a:extLst>
          </p:cNvPr>
          <p:cNvSpPr/>
          <p:nvPr/>
        </p:nvSpPr>
        <p:spPr>
          <a:xfrm>
            <a:off x="546360" y="342746"/>
            <a:ext cx="149859" cy="17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B65EF9-A55E-43EB-B0FF-0EEAE2C71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255" y="2154192"/>
            <a:ext cx="3329823" cy="440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1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696219" y="1382668"/>
            <a:ext cx="7187939" cy="1504950"/>
            <a:chOff x="546360" y="1924050"/>
            <a:chExt cx="7187939" cy="1504950"/>
          </a:xfrm>
        </p:grpSpPr>
        <p:sp>
          <p:nvSpPr>
            <p:cNvPr id="2" name="圆角矩形 1"/>
            <p:cNvSpPr/>
            <p:nvPr/>
          </p:nvSpPr>
          <p:spPr>
            <a:xfrm>
              <a:off x="546360" y="1924050"/>
              <a:ext cx="6521190" cy="1504950"/>
            </a:xfrm>
            <a:prstGeom prst="roundRect">
              <a:avLst>
                <a:gd name="adj" fmla="val 6540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45691" y="2328543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2</a:t>
              </a:r>
              <a:endParaRPr lang="zh-CN" altLang="en-US" sz="3200" b="1" dirty="0"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035276" y="2219928"/>
              <a:ext cx="3910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GPU</a:t>
              </a:r>
              <a:r>
                <a:rPr lang="zh-TW" altLang="en-US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使用量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35277" y="2551458"/>
              <a:ext cx="3329824" cy="700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Google </a:t>
              </a:r>
              <a:r>
                <a:rPr lang="en-US" altLang="zh-TW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Colab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的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GPU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好像有個使用量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超出了之後就要等好久才能使用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5228932" y="2551457"/>
              <a:ext cx="2505367" cy="409717"/>
            </a:xfrm>
            <a:custGeom>
              <a:avLst/>
              <a:gdLst>
                <a:gd name="connsiteX0" fmla="*/ 0 w 2590800"/>
                <a:gd name="connsiteY0" fmla="*/ 466105 h 466105"/>
                <a:gd name="connsiteX1" fmla="*/ 171450 w 2590800"/>
                <a:gd name="connsiteY1" fmla="*/ 180355 h 466105"/>
                <a:gd name="connsiteX2" fmla="*/ 590550 w 2590800"/>
                <a:gd name="connsiteY2" fmla="*/ 408955 h 466105"/>
                <a:gd name="connsiteX3" fmla="*/ 838200 w 2590800"/>
                <a:gd name="connsiteY3" fmla="*/ 8905 h 466105"/>
                <a:gd name="connsiteX4" fmla="*/ 1238250 w 2590800"/>
                <a:gd name="connsiteY4" fmla="*/ 123205 h 466105"/>
                <a:gd name="connsiteX5" fmla="*/ 1657350 w 2590800"/>
                <a:gd name="connsiteY5" fmla="*/ 27955 h 466105"/>
                <a:gd name="connsiteX6" fmla="*/ 2019300 w 2590800"/>
                <a:gd name="connsiteY6" fmla="*/ 408955 h 466105"/>
                <a:gd name="connsiteX7" fmla="*/ 2590800 w 2590800"/>
                <a:gd name="connsiteY7" fmla="*/ 66055 h 466105"/>
                <a:gd name="connsiteX0" fmla="*/ 0 w 2590800"/>
                <a:gd name="connsiteY0" fmla="*/ 458002 h 458002"/>
                <a:gd name="connsiteX1" fmla="*/ 171450 w 2590800"/>
                <a:gd name="connsiteY1" fmla="*/ 172252 h 458002"/>
                <a:gd name="connsiteX2" fmla="*/ 590550 w 2590800"/>
                <a:gd name="connsiteY2" fmla="*/ 400852 h 458002"/>
                <a:gd name="connsiteX3" fmla="*/ 838200 w 2590800"/>
                <a:gd name="connsiteY3" fmla="*/ 802 h 458002"/>
                <a:gd name="connsiteX4" fmla="*/ 1131570 w 2590800"/>
                <a:gd name="connsiteY4" fmla="*/ 290362 h 458002"/>
                <a:gd name="connsiteX5" fmla="*/ 1657350 w 2590800"/>
                <a:gd name="connsiteY5" fmla="*/ 19852 h 458002"/>
                <a:gd name="connsiteX6" fmla="*/ 2019300 w 2590800"/>
                <a:gd name="connsiteY6" fmla="*/ 400852 h 458002"/>
                <a:gd name="connsiteX7" fmla="*/ 2590800 w 2590800"/>
                <a:gd name="connsiteY7" fmla="*/ 57952 h 458002"/>
                <a:gd name="connsiteX0" fmla="*/ 0 w 2590800"/>
                <a:gd name="connsiteY0" fmla="*/ 458913 h 588466"/>
                <a:gd name="connsiteX1" fmla="*/ 171450 w 2590800"/>
                <a:gd name="connsiteY1" fmla="*/ 173163 h 588466"/>
                <a:gd name="connsiteX2" fmla="*/ 590550 w 2590800"/>
                <a:gd name="connsiteY2" fmla="*/ 401763 h 588466"/>
                <a:gd name="connsiteX3" fmla="*/ 838200 w 2590800"/>
                <a:gd name="connsiteY3" fmla="*/ 1713 h 588466"/>
                <a:gd name="connsiteX4" fmla="*/ 1230630 w 2590800"/>
                <a:gd name="connsiteY4" fmla="*/ 588453 h 588466"/>
                <a:gd name="connsiteX5" fmla="*/ 1657350 w 2590800"/>
                <a:gd name="connsiteY5" fmla="*/ 20763 h 588466"/>
                <a:gd name="connsiteX6" fmla="*/ 2019300 w 2590800"/>
                <a:gd name="connsiteY6" fmla="*/ 401763 h 588466"/>
                <a:gd name="connsiteX7" fmla="*/ 2590800 w 2590800"/>
                <a:gd name="connsiteY7" fmla="*/ 58863 h 588466"/>
                <a:gd name="connsiteX0" fmla="*/ 0 w 2590800"/>
                <a:gd name="connsiteY0" fmla="*/ 457342 h 457342"/>
                <a:gd name="connsiteX1" fmla="*/ 171450 w 2590800"/>
                <a:gd name="connsiteY1" fmla="*/ 171592 h 457342"/>
                <a:gd name="connsiteX2" fmla="*/ 590550 w 2590800"/>
                <a:gd name="connsiteY2" fmla="*/ 400192 h 457342"/>
                <a:gd name="connsiteX3" fmla="*/ 838200 w 2590800"/>
                <a:gd name="connsiteY3" fmla="*/ 142 h 457342"/>
                <a:gd name="connsiteX4" fmla="*/ 1383030 w 2590800"/>
                <a:gd name="connsiteY4" fmla="*/ 350662 h 457342"/>
                <a:gd name="connsiteX5" fmla="*/ 1657350 w 2590800"/>
                <a:gd name="connsiteY5" fmla="*/ 19192 h 457342"/>
                <a:gd name="connsiteX6" fmla="*/ 2019300 w 2590800"/>
                <a:gd name="connsiteY6" fmla="*/ 400192 h 457342"/>
                <a:gd name="connsiteX7" fmla="*/ 2590800 w 2590800"/>
                <a:gd name="connsiteY7" fmla="*/ 57292 h 457342"/>
                <a:gd name="connsiteX0" fmla="*/ 0 w 2590800"/>
                <a:gd name="connsiteY0" fmla="*/ 457342 h 457342"/>
                <a:gd name="connsiteX1" fmla="*/ 27119 w 2590800"/>
                <a:gd name="connsiteY1" fmla="*/ 379861 h 457342"/>
                <a:gd name="connsiteX2" fmla="*/ 171450 w 2590800"/>
                <a:gd name="connsiteY2" fmla="*/ 171592 h 457342"/>
                <a:gd name="connsiteX3" fmla="*/ 590550 w 2590800"/>
                <a:gd name="connsiteY3" fmla="*/ 400192 h 457342"/>
                <a:gd name="connsiteX4" fmla="*/ 838200 w 2590800"/>
                <a:gd name="connsiteY4" fmla="*/ 142 h 457342"/>
                <a:gd name="connsiteX5" fmla="*/ 1383030 w 2590800"/>
                <a:gd name="connsiteY5" fmla="*/ 350662 h 457342"/>
                <a:gd name="connsiteX6" fmla="*/ 1657350 w 2590800"/>
                <a:gd name="connsiteY6" fmla="*/ 19192 h 457342"/>
                <a:gd name="connsiteX7" fmla="*/ 2019300 w 2590800"/>
                <a:gd name="connsiteY7" fmla="*/ 400192 h 457342"/>
                <a:gd name="connsiteX8" fmla="*/ 2590800 w 2590800"/>
                <a:gd name="connsiteY8" fmla="*/ 57292 h 457342"/>
                <a:gd name="connsiteX0" fmla="*/ 0 w 2818504"/>
                <a:gd name="connsiteY0" fmla="*/ 409717 h 409717"/>
                <a:gd name="connsiteX1" fmla="*/ 254823 w 2818504"/>
                <a:gd name="connsiteY1" fmla="*/ 379861 h 409717"/>
                <a:gd name="connsiteX2" fmla="*/ 399154 w 2818504"/>
                <a:gd name="connsiteY2" fmla="*/ 171592 h 409717"/>
                <a:gd name="connsiteX3" fmla="*/ 818254 w 2818504"/>
                <a:gd name="connsiteY3" fmla="*/ 400192 h 409717"/>
                <a:gd name="connsiteX4" fmla="*/ 1065904 w 2818504"/>
                <a:gd name="connsiteY4" fmla="*/ 142 h 409717"/>
                <a:gd name="connsiteX5" fmla="*/ 1610734 w 2818504"/>
                <a:gd name="connsiteY5" fmla="*/ 350662 h 409717"/>
                <a:gd name="connsiteX6" fmla="*/ 1885054 w 2818504"/>
                <a:gd name="connsiteY6" fmla="*/ 19192 h 409717"/>
                <a:gd name="connsiteX7" fmla="*/ 2247004 w 2818504"/>
                <a:gd name="connsiteY7" fmla="*/ 400192 h 409717"/>
                <a:gd name="connsiteX8" fmla="*/ 2818504 w 2818504"/>
                <a:gd name="connsiteY8" fmla="*/ 57292 h 409717"/>
                <a:gd name="connsiteX0" fmla="*/ 0 w 2818504"/>
                <a:gd name="connsiteY0" fmla="*/ 409717 h 409717"/>
                <a:gd name="connsiteX1" fmla="*/ 254823 w 2818504"/>
                <a:gd name="connsiteY1" fmla="*/ 379861 h 409717"/>
                <a:gd name="connsiteX2" fmla="*/ 399154 w 2818504"/>
                <a:gd name="connsiteY2" fmla="*/ 171592 h 409717"/>
                <a:gd name="connsiteX3" fmla="*/ 818254 w 2818504"/>
                <a:gd name="connsiteY3" fmla="*/ 400192 h 409717"/>
                <a:gd name="connsiteX4" fmla="*/ 1065904 w 2818504"/>
                <a:gd name="connsiteY4" fmla="*/ 142 h 409717"/>
                <a:gd name="connsiteX5" fmla="*/ 1610734 w 2818504"/>
                <a:gd name="connsiteY5" fmla="*/ 350662 h 409717"/>
                <a:gd name="connsiteX6" fmla="*/ 1885054 w 2818504"/>
                <a:gd name="connsiteY6" fmla="*/ 19192 h 409717"/>
                <a:gd name="connsiteX7" fmla="*/ 2247004 w 2818504"/>
                <a:gd name="connsiteY7" fmla="*/ 400192 h 409717"/>
                <a:gd name="connsiteX8" fmla="*/ 2818504 w 2818504"/>
                <a:gd name="connsiteY8" fmla="*/ 57292 h 409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8504" h="409717">
                  <a:moveTo>
                    <a:pt x="0" y="409717"/>
                  </a:moveTo>
                  <a:cubicBezTo>
                    <a:pt x="39345" y="351560"/>
                    <a:pt x="226248" y="427486"/>
                    <a:pt x="254823" y="379861"/>
                  </a:cubicBezTo>
                  <a:cubicBezTo>
                    <a:pt x="283398" y="332236"/>
                    <a:pt x="305249" y="168204"/>
                    <a:pt x="399154" y="171592"/>
                  </a:cubicBezTo>
                  <a:cubicBezTo>
                    <a:pt x="493059" y="174980"/>
                    <a:pt x="707129" y="428767"/>
                    <a:pt x="818254" y="400192"/>
                  </a:cubicBezTo>
                  <a:cubicBezTo>
                    <a:pt x="929379" y="371617"/>
                    <a:pt x="933824" y="8397"/>
                    <a:pt x="1065904" y="142"/>
                  </a:cubicBezTo>
                  <a:cubicBezTo>
                    <a:pt x="1197984" y="-8113"/>
                    <a:pt x="1474209" y="347487"/>
                    <a:pt x="1610734" y="350662"/>
                  </a:cubicBezTo>
                  <a:cubicBezTo>
                    <a:pt x="1747259" y="353837"/>
                    <a:pt x="1779009" y="10937"/>
                    <a:pt x="1885054" y="19192"/>
                  </a:cubicBezTo>
                  <a:cubicBezTo>
                    <a:pt x="1991099" y="27447"/>
                    <a:pt x="2091429" y="393842"/>
                    <a:pt x="2247004" y="400192"/>
                  </a:cubicBezTo>
                  <a:cubicBezTo>
                    <a:pt x="2402579" y="406542"/>
                    <a:pt x="2789929" y="-47483"/>
                    <a:pt x="2818504" y="57292"/>
                  </a:cubicBezTo>
                </a:path>
              </a:pathLst>
            </a:custGeom>
            <a:noFill/>
            <a:ln w="254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1BA0194-96CB-4129-87DC-8D73BDF488A6}"/>
              </a:ext>
            </a:extLst>
          </p:cNvPr>
          <p:cNvGrpSpPr/>
          <p:nvPr/>
        </p:nvGrpSpPr>
        <p:grpSpPr>
          <a:xfrm>
            <a:off x="415234" y="-199604"/>
            <a:ext cx="3140765" cy="1272564"/>
            <a:chOff x="415234" y="-199604"/>
            <a:chExt cx="3140765" cy="1272564"/>
          </a:xfrm>
        </p:grpSpPr>
        <p:sp>
          <p:nvSpPr>
            <p:cNvPr id="22" name="饼形 6">
              <a:extLst>
                <a:ext uri="{FF2B5EF4-FFF2-40B4-BE49-F238E27FC236}">
                  <a16:creationId xmlns:a16="http://schemas.microsoft.com/office/drawing/2014/main" id="{6F757AA8-2E98-4B46-966A-5229CEB84501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gradFill flip="none" rotWithShape="1">
              <a:gsLst>
                <a:gs pos="0">
                  <a:srgbClr val="5C33D9">
                    <a:alpha val="40000"/>
                  </a:srgbClr>
                </a:gs>
                <a:gs pos="100000">
                  <a:srgbClr val="128EEF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4B4EFC2-A534-4349-BA59-4EEAD6745CE4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B7D1633-35EA-46D3-88F6-90918E938643}"/>
                </a:ext>
              </a:extLst>
            </p:cNvPr>
            <p:cNvSpPr txBox="1"/>
            <p:nvPr/>
          </p:nvSpPr>
          <p:spPr>
            <a:xfrm>
              <a:off x="1269561" y="360163"/>
              <a:ext cx="2264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遇到的困難</a:t>
              </a:r>
              <a:endParaRPr lang="zh-CN" altLang="en-US" sz="28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2" name="文本框 19">
              <a:extLst>
                <a:ext uri="{FF2B5EF4-FFF2-40B4-BE49-F238E27FC236}">
                  <a16:creationId xmlns:a16="http://schemas.microsoft.com/office/drawing/2014/main" id="{11292BBC-02E7-409D-9056-7F7D910F4DCC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TW" sz="1200" i="1" spc="200" dirty="0">
                  <a:solidFill>
                    <a:schemeClr val="bg1">
                      <a:lumMod val="65000"/>
                    </a:schemeClr>
                  </a:solidFill>
                </a:rPr>
                <a:t>Difficulties</a:t>
              </a:r>
              <a:endParaRPr lang="zh-CN" altLang="en-US" sz="1200" i="1" spc="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D0413ABC-8813-4E70-93BE-ED36DD026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299" y="1360278"/>
            <a:ext cx="4201079" cy="4201079"/>
          </a:xfrm>
          <a:prstGeom prst="rect">
            <a:avLst/>
          </a:prstGeom>
        </p:spPr>
      </p:pic>
      <p:sp>
        <p:nvSpPr>
          <p:cNvPr id="31" name="饼形 6">
            <a:extLst>
              <a:ext uri="{FF2B5EF4-FFF2-40B4-BE49-F238E27FC236}">
                <a16:creationId xmlns:a16="http://schemas.microsoft.com/office/drawing/2014/main" id="{808CA46F-4E46-4ECB-8887-0B86FD1C1621}"/>
              </a:ext>
            </a:extLst>
          </p:cNvPr>
          <p:cNvSpPr/>
          <p:nvPr/>
        </p:nvSpPr>
        <p:spPr>
          <a:xfrm rot="16200000">
            <a:off x="610005" y="-411792"/>
            <a:ext cx="1210658" cy="1600200"/>
          </a:xfrm>
          <a:prstGeom prst="pie">
            <a:avLst>
              <a:gd name="adj1" fmla="val 10780140"/>
              <a:gd name="adj2" fmla="val 16200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378A83-53ED-4C14-9131-F39450287E10}"/>
              </a:ext>
            </a:extLst>
          </p:cNvPr>
          <p:cNvSpPr/>
          <p:nvPr/>
        </p:nvSpPr>
        <p:spPr>
          <a:xfrm>
            <a:off x="546360" y="342746"/>
            <a:ext cx="149859" cy="17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C3D4C2D-B1EA-4E9B-A6FA-797FEB2EB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334" y="2855656"/>
            <a:ext cx="7458149" cy="37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696219" y="1382668"/>
            <a:ext cx="6600874" cy="1504950"/>
            <a:chOff x="546360" y="1924050"/>
            <a:chExt cx="6600874" cy="1504950"/>
          </a:xfrm>
        </p:grpSpPr>
        <p:sp>
          <p:nvSpPr>
            <p:cNvPr id="2" name="圆角矩形 1"/>
            <p:cNvSpPr/>
            <p:nvPr/>
          </p:nvSpPr>
          <p:spPr>
            <a:xfrm>
              <a:off x="546360" y="1924050"/>
              <a:ext cx="6521190" cy="1504950"/>
            </a:xfrm>
            <a:prstGeom prst="roundRect">
              <a:avLst>
                <a:gd name="adj" fmla="val 6540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45691" y="2328543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3</a:t>
              </a:r>
              <a:endParaRPr lang="zh-CN" altLang="en-US" sz="3200" b="1" dirty="0"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035276" y="2219928"/>
              <a:ext cx="5111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想用自己電腦跑 但是</a:t>
              </a:r>
              <a:r>
                <a:rPr lang="en-US" altLang="zh-TW" sz="2000" spc="3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Makefile</a:t>
              </a:r>
              <a:r>
                <a:rPr lang="zh-TW" altLang="en-US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出錯</a:t>
              </a:r>
              <a:endParaRPr lang="en-US" altLang="zh-TW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35277" y="2551458"/>
              <a:ext cx="3329824" cy="700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darknet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的</a:t>
              </a:r>
              <a:r>
                <a:rPr lang="en-US" altLang="zh-TW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Makefile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檔是使用的語法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跟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windows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不同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1BA0194-96CB-4129-87DC-8D73BDF488A6}"/>
              </a:ext>
            </a:extLst>
          </p:cNvPr>
          <p:cNvGrpSpPr/>
          <p:nvPr/>
        </p:nvGrpSpPr>
        <p:grpSpPr>
          <a:xfrm>
            <a:off x="415234" y="-199604"/>
            <a:ext cx="3140765" cy="1272564"/>
            <a:chOff x="415234" y="-199604"/>
            <a:chExt cx="3140765" cy="1272564"/>
          </a:xfrm>
        </p:grpSpPr>
        <p:sp>
          <p:nvSpPr>
            <p:cNvPr id="22" name="饼形 6">
              <a:extLst>
                <a:ext uri="{FF2B5EF4-FFF2-40B4-BE49-F238E27FC236}">
                  <a16:creationId xmlns:a16="http://schemas.microsoft.com/office/drawing/2014/main" id="{6F757AA8-2E98-4B46-966A-5229CEB84501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gradFill flip="none" rotWithShape="1">
              <a:gsLst>
                <a:gs pos="0">
                  <a:srgbClr val="5C33D9">
                    <a:alpha val="40000"/>
                  </a:srgbClr>
                </a:gs>
                <a:gs pos="100000">
                  <a:srgbClr val="128EEF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4B4EFC2-A534-4349-BA59-4EEAD6745CE4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B7D1633-35EA-46D3-88F6-90918E938643}"/>
                </a:ext>
              </a:extLst>
            </p:cNvPr>
            <p:cNvSpPr txBox="1"/>
            <p:nvPr/>
          </p:nvSpPr>
          <p:spPr>
            <a:xfrm>
              <a:off x="1269561" y="360163"/>
              <a:ext cx="2264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遇到的困難</a:t>
              </a:r>
              <a:endParaRPr lang="zh-CN" altLang="en-US" sz="2800" spc="3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2" name="文本框 19">
              <a:extLst>
                <a:ext uri="{FF2B5EF4-FFF2-40B4-BE49-F238E27FC236}">
                  <a16:creationId xmlns:a16="http://schemas.microsoft.com/office/drawing/2014/main" id="{11292BBC-02E7-409D-9056-7F7D910F4DCC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TW" sz="1200" i="1" spc="200" dirty="0">
                  <a:solidFill>
                    <a:schemeClr val="bg1">
                      <a:lumMod val="65000"/>
                    </a:schemeClr>
                  </a:solidFill>
                </a:rPr>
                <a:t>Difficulties</a:t>
              </a:r>
              <a:endParaRPr lang="zh-CN" altLang="en-US" sz="1200" i="1" spc="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D0413ABC-8813-4E70-93BE-ED36DD026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299" y="1360278"/>
            <a:ext cx="4201079" cy="4201079"/>
          </a:xfrm>
          <a:prstGeom prst="rect">
            <a:avLst/>
          </a:prstGeom>
        </p:spPr>
      </p:pic>
      <p:sp>
        <p:nvSpPr>
          <p:cNvPr id="31" name="饼形 6">
            <a:extLst>
              <a:ext uri="{FF2B5EF4-FFF2-40B4-BE49-F238E27FC236}">
                <a16:creationId xmlns:a16="http://schemas.microsoft.com/office/drawing/2014/main" id="{808CA46F-4E46-4ECB-8887-0B86FD1C1621}"/>
              </a:ext>
            </a:extLst>
          </p:cNvPr>
          <p:cNvSpPr/>
          <p:nvPr/>
        </p:nvSpPr>
        <p:spPr>
          <a:xfrm rot="16200000">
            <a:off x="610005" y="-411792"/>
            <a:ext cx="1210658" cy="1600200"/>
          </a:xfrm>
          <a:prstGeom prst="pie">
            <a:avLst>
              <a:gd name="adj1" fmla="val 10780140"/>
              <a:gd name="adj2" fmla="val 16200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378A83-53ED-4C14-9131-F39450287E10}"/>
              </a:ext>
            </a:extLst>
          </p:cNvPr>
          <p:cNvSpPr/>
          <p:nvPr/>
        </p:nvSpPr>
        <p:spPr>
          <a:xfrm>
            <a:off x="546360" y="342746"/>
            <a:ext cx="149859" cy="17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988A11-38D0-4DC5-AE70-A1B159B73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787" y="2154192"/>
            <a:ext cx="3644180" cy="420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1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5234" y="-199604"/>
            <a:ext cx="1600200" cy="1210658"/>
            <a:chOff x="3828068" y="0"/>
            <a:chExt cx="1600200" cy="1210658"/>
          </a:xfrm>
        </p:grpSpPr>
        <p:sp>
          <p:nvSpPr>
            <p:cNvPr id="7" name="饼形 6"/>
            <p:cNvSpPr/>
            <p:nvPr/>
          </p:nvSpPr>
          <p:spPr>
            <a:xfrm rot="16200000">
              <a:off x="4022839" y="-194771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gradFill flip="none" rotWithShape="1">
              <a:gsLst>
                <a:gs pos="0">
                  <a:srgbClr val="43DBC2"/>
                </a:gs>
                <a:gs pos="100000">
                  <a:srgbClr val="43DBC2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959194" y="559767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269561" y="360163"/>
            <a:ext cx="1946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30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输入标题</a:t>
            </a:r>
          </a:p>
        </p:txBody>
      </p:sp>
      <p:sp>
        <p:nvSpPr>
          <p:cNvPr id="9" name="文本框 19"/>
          <p:cNvSpPr txBox="1"/>
          <p:nvPr/>
        </p:nvSpPr>
        <p:spPr>
          <a:xfrm>
            <a:off x="1291314" y="731776"/>
            <a:ext cx="2264685" cy="34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i="1" spc="200">
                <a:solidFill>
                  <a:schemeClr val="bg1">
                    <a:lumMod val="65000"/>
                  </a:schemeClr>
                </a:solidFill>
              </a:rPr>
              <a:t>Lorem ipsum dolor</a:t>
            </a:r>
            <a:endParaRPr lang="zh-CN" altLang="en-US" sz="1200" i="1" spc="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5562600"/>
          </a:xfrm>
          <a:prstGeom prst="rect">
            <a:avLst/>
          </a:prstGeom>
          <a:blipFill>
            <a:blip r:embed="rId3"/>
            <a:srcRect/>
            <a:stretch>
              <a:fillRect t="-14874" b="-148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圖片 10" descr="一張含有 天空, 室外, 船, 黑色 的圖片&#10;&#10;自動產生的描述">
            <a:extLst>
              <a:ext uri="{FF2B5EF4-FFF2-40B4-BE49-F238E27FC236}">
                <a16:creationId xmlns:a16="http://schemas.microsoft.com/office/drawing/2014/main" id="{045F3C88-C36F-4864-895A-459D4A6D478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48"/>
          <a:stretch/>
        </p:blipFill>
        <p:spPr>
          <a:xfrm>
            <a:off x="-23102" y="-948159"/>
            <a:ext cx="12215102" cy="6510759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9540815" y="4571219"/>
            <a:ext cx="1652610" cy="486242"/>
            <a:chOff x="9005977" y="4491175"/>
            <a:chExt cx="1652610" cy="486242"/>
          </a:xfrm>
        </p:grpSpPr>
        <p:sp>
          <p:nvSpPr>
            <p:cNvPr id="13" name="圆角矩形 12"/>
            <p:cNvSpPr/>
            <p:nvPr/>
          </p:nvSpPr>
          <p:spPr>
            <a:xfrm>
              <a:off x="9005977" y="4491175"/>
              <a:ext cx="1652610" cy="486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306528" y="4565019"/>
              <a:ext cx="8036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spc="3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END</a:t>
              </a:r>
              <a:endParaRPr lang="zh-CN" altLang="en-US" sz="1600" spc="30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" name="等腰三角形 3"/>
            <p:cNvSpPr/>
            <p:nvPr/>
          </p:nvSpPr>
          <p:spPr>
            <a:xfrm rot="5400000">
              <a:off x="10234172" y="4661836"/>
              <a:ext cx="168108" cy="14492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758242" y="5934974"/>
            <a:ext cx="4675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>
                <a:solidFill>
                  <a:schemeClr val="accent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Thanks for watching</a:t>
            </a:r>
            <a:endParaRPr lang="zh-CN" altLang="en-US" i="1" spc="300">
              <a:solidFill>
                <a:schemeClr val="accent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187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o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243</Words>
  <Application>Microsoft Office PowerPoint</Application>
  <PresentationFormat>寬螢幕</PresentationFormat>
  <Paragraphs>66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Adobe 繁黑體 Std B</vt:lpstr>
      <vt:lpstr>等线</vt:lpstr>
      <vt:lpstr>等线 Light</vt:lpstr>
      <vt:lpstr>思源黑体 CN Light</vt:lpstr>
      <vt:lpstr>思源黑体 CN Medium</vt:lpstr>
      <vt:lpstr>思源黑体 CN Normal</vt:lpstr>
      <vt:lpstr>新細明體</vt:lpstr>
      <vt:lpstr>Arial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陳昕喬</cp:lastModifiedBy>
  <cp:revision>86</cp:revision>
  <dcterms:created xsi:type="dcterms:W3CDTF">2019-10-12T02:28:02Z</dcterms:created>
  <dcterms:modified xsi:type="dcterms:W3CDTF">2021-08-05T03:56:28Z</dcterms:modified>
</cp:coreProperties>
</file>