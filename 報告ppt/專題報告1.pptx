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88" r:id="rId2"/>
    <p:sldId id="279" r:id="rId3"/>
    <p:sldId id="257" r:id="rId4"/>
    <p:sldId id="295" r:id="rId5"/>
    <p:sldId id="278" r:id="rId6"/>
    <p:sldId id="296" r:id="rId7"/>
  </p:sldIdLst>
  <p:sldSz cx="12192000" cy="6858000"/>
  <p:notesSz cx="6858000" cy="9144000"/>
  <p:embeddedFontLst>
    <p:embeddedFont>
      <p:font typeface="等线" panose="02010600030101010101" pitchFamily="2" charset="-122"/>
      <p:regular r:id="rId9"/>
      <p:bold r:id="rId10"/>
    </p:embeddedFont>
    <p:embeddedFont>
      <p:font typeface="等线 Light" panose="02010600030101010101" pitchFamily="2" charset="-122"/>
      <p:regular r:id="rId11"/>
    </p:embeddedFont>
  </p:embeddedFontLst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65C3F"/>
    <a:srgbClr val="FB2B61"/>
    <a:srgbClr val="5C33D9"/>
    <a:srgbClr val="128EEF"/>
    <a:srgbClr val="24AF9B"/>
    <a:srgbClr val="4AB3D4"/>
    <a:srgbClr val="2F364B"/>
    <a:srgbClr val="676767"/>
    <a:srgbClr val="FF54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F1A371-EAFD-41AA-B488-19F925D9606A}" v="66" dt="2021-03-11T02:08:45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09" autoAdjust="0"/>
    <p:restoredTop sz="96318" autoAdjust="0"/>
  </p:normalViewPr>
  <p:slideViewPr>
    <p:cSldViewPr snapToGrid="0">
      <p:cViewPr varScale="1">
        <p:scale>
          <a:sx n="81" d="100"/>
          <a:sy n="81" d="100"/>
        </p:scale>
        <p:origin x="100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zuchin hsu" userId="cf69378dcfc0a401" providerId="LiveId" clId="{7DF1A371-EAFD-41AA-B488-19F925D9606A}"/>
    <pc:docChg chg="custSel delSld modSld sldOrd">
      <pc:chgData name="tzuchin hsu" userId="cf69378dcfc0a401" providerId="LiveId" clId="{7DF1A371-EAFD-41AA-B488-19F925D9606A}" dt="2021-03-11T02:15:37.310" v="562" actId="47"/>
      <pc:docMkLst>
        <pc:docMk/>
      </pc:docMkLst>
      <pc:sldChg chg="del">
        <pc:chgData name="tzuchin hsu" userId="cf69378dcfc0a401" providerId="LiveId" clId="{7DF1A371-EAFD-41AA-B488-19F925D9606A}" dt="2021-03-11T02:15:18.830" v="559" actId="47"/>
        <pc:sldMkLst>
          <pc:docMk/>
          <pc:sldMk cId="2282124032" sldId="264"/>
        </pc:sldMkLst>
      </pc:sldChg>
      <pc:sldChg chg="del">
        <pc:chgData name="tzuchin hsu" userId="cf69378dcfc0a401" providerId="LiveId" clId="{7DF1A371-EAFD-41AA-B488-19F925D9606A}" dt="2021-03-11T02:15:28.921" v="560" actId="47"/>
        <pc:sldMkLst>
          <pc:docMk/>
          <pc:sldMk cId="1175390000" sldId="265"/>
        </pc:sldMkLst>
      </pc:sldChg>
      <pc:sldChg chg="del">
        <pc:chgData name="tzuchin hsu" userId="cf69378dcfc0a401" providerId="LiveId" clId="{7DF1A371-EAFD-41AA-B488-19F925D9606A}" dt="2021-03-11T02:15:28.921" v="560" actId="47"/>
        <pc:sldMkLst>
          <pc:docMk/>
          <pc:sldMk cId="1384211763" sldId="266"/>
        </pc:sldMkLst>
      </pc:sldChg>
      <pc:sldChg chg="del">
        <pc:chgData name="tzuchin hsu" userId="cf69378dcfc0a401" providerId="LiveId" clId="{7DF1A371-EAFD-41AA-B488-19F925D9606A}" dt="2021-03-11T02:15:28.921" v="560" actId="47"/>
        <pc:sldMkLst>
          <pc:docMk/>
          <pc:sldMk cId="130168662" sldId="267"/>
        </pc:sldMkLst>
      </pc:sldChg>
      <pc:sldChg chg="del">
        <pc:chgData name="tzuchin hsu" userId="cf69378dcfc0a401" providerId="LiveId" clId="{7DF1A371-EAFD-41AA-B488-19F925D9606A}" dt="2021-03-11T02:15:28.921" v="560" actId="47"/>
        <pc:sldMkLst>
          <pc:docMk/>
          <pc:sldMk cId="2146583459" sldId="268"/>
        </pc:sldMkLst>
      </pc:sldChg>
      <pc:sldChg chg="del">
        <pc:chgData name="tzuchin hsu" userId="cf69378dcfc0a401" providerId="LiveId" clId="{7DF1A371-EAFD-41AA-B488-19F925D9606A}" dt="2021-03-11T02:15:28.921" v="560" actId="47"/>
        <pc:sldMkLst>
          <pc:docMk/>
          <pc:sldMk cId="2150994286" sldId="269"/>
        </pc:sldMkLst>
      </pc:sldChg>
      <pc:sldChg chg="del">
        <pc:chgData name="tzuchin hsu" userId="cf69378dcfc0a401" providerId="LiveId" clId="{7DF1A371-EAFD-41AA-B488-19F925D9606A}" dt="2021-03-11T02:15:28.921" v="560" actId="47"/>
        <pc:sldMkLst>
          <pc:docMk/>
          <pc:sldMk cId="1919138055" sldId="270"/>
        </pc:sldMkLst>
      </pc:sldChg>
      <pc:sldChg chg="del">
        <pc:chgData name="tzuchin hsu" userId="cf69378dcfc0a401" providerId="LiveId" clId="{7DF1A371-EAFD-41AA-B488-19F925D9606A}" dt="2021-03-11T02:15:34.068" v="561" actId="47"/>
        <pc:sldMkLst>
          <pc:docMk/>
          <pc:sldMk cId="2763464861" sldId="271"/>
        </pc:sldMkLst>
      </pc:sldChg>
      <pc:sldChg chg="del">
        <pc:chgData name="tzuchin hsu" userId="cf69378dcfc0a401" providerId="LiveId" clId="{7DF1A371-EAFD-41AA-B488-19F925D9606A}" dt="2021-03-11T02:15:34.068" v="561" actId="47"/>
        <pc:sldMkLst>
          <pc:docMk/>
          <pc:sldMk cId="3074028331" sldId="272"/>
        </pc:sldMkLst>
      </pc:sldChg>
      <pc:sldChg chg="del">
        <pc:chgData name="tzuchin hsu" userId="cf69378dcfc0a401" providerId="LiveId" clId="{7DF1A371-EAFD-41AA-B488-19F925D9606A}" dt="2021-03-11T02:15:34.068" v="561" actId="47"/>
        <pc:sldMkLst>
          <pc:docMk/>
          <pc:sldMk cId="2303460046" sldId="273"/>
        </pc:sldMkLst>
      </pc:sldChg>
      <pc:sldChg chg="del">
        <pc:chgData name="tzuchin hsu" userId="cf69378dcfc0a401" providerId="LiveId" clId="{7DF1A371-EAFD-41AA-B488-19F925D9606A}" dt="2021-03-11T02:15:34.068" v="561" actId="47"/>
        <pc:sldMkLst>
          <pc:docMk/>
          <pc:sldMk cId="4149315357" sldId="274"/>
        </pc:sldMkLst>
      </pc:sldChg>
      <pc:sldChg chg="del">
        <pc:chgData name="tzuchin hsu" userId="cf69378dcfc0a401" providerId="LiveId" clId="{7DF1A371-EAFD-41AA-B488-19F925D9606A}" dt="2021-03-11T02:15:34.068" v="561" actId="47"/>
        <pc:sldMkLst>
          <pc:docMk/>
          <pc:sldMk cId="959930539" sldId="275"/>
        </pc:sldMkLst>
      </pc:sldChg>
      <pc:sldChg chg="del">
        <pc:chgData name="tzuchin hsu" userId="cf69378dcfc0a401" providerId="LiveId" clId="{7DF1A371-EAFD-41AA-B488-19F925D9606A}" dt="2021-03-11T02:15:34.068" v="561" actId="47"/>
        <pc:sldMkLst>
          <pc:docMk/>
          <pc:sldMk cId="4073775067" sldId="276"/>
        </pc:sldMkLst>
      </pc:sldChg>
      <pc:sldChg chg="del">
        <pc:chgData name="tzuchin hsu" userId="cf69378dcfc0a401" providerId="LiveId" clId="{7DF1A371-EAFD-41AA-B488-19F925D9606A}" dt="2021-03-11T02:15:34.068" v="561" actId="47"/>
        <pc:sldMkLst>
          <pc:docMk/>
          <pc:sldMk cId="2911811229" sldId="277"/>
        </pc:sldMkLst>
      </pc:sldChg>
      <pc:sldChg chg="addSp delSp modSp mod ord modAnim">
        <pc:chgData name="tzuchin hsu" userId="cf69378dcfc0a401" providerId="LiveId" clId="{7DF1A371-EAFD-41AA-B488-19F925D9606A}" dt="2021-03-11T02:08:45.111" v="557"/>
        <pc:sldMkLst>
          <pc:docMk/>
          <pc:sldMk cId="3080667691" sldId="278"/>
        </pc:sldMkLst>
        <pc:spChg chg="mod">
          <ac:chgData name="tzuchin hsu" userId="cf69378dcfc0a401" providerId="LiveId" clId="{7DF1A371-EAFD-41AA-B488-19F925D9606A}" dt="2021-03-11T02:07:06.747" v="409"/>
          <ac:spMkLst>
            <pc:docMk/>
            <pc:sldMk cId="3080667691" sldId="278"/>
            <ac:spMk id="12" creationId="{00000000-0000-0000-0000-000000000000}"/>
          </ac:spMkLst>
        </pc:spChg>
        <pc:spChg chg="mod">
          <ac:chgData name="tzuchin hsu" userId="cf69378dcfc0a401" providerId="LiveId" clId="{7DF1A371-EAFD-41AA-B488-19F925D9606A}" dt="2021-03-11T02:08:45.111" v="557"/>
          <ac:spMkLst>
            <pc:docMk/>
            <pc:sldMk cId="3080667691" sldId="278"/>
            <ac:spMk id="13" creationId="{00000000-0000-0000-0000-000000000000}"/>
          </ac:spMkLst>
        </pc:spChg>
        <pc:spChg chg="del mod topLvl">
          <ac:chgData name="tzuchin hsu" userId="cf69378dcfc0a401" providerId="LiveId" clId="{7DF1A371-EAFD-41AA-B488-19F925D9606A}" dt="2021-03-11T01:20:57.583" v="7" actId="478"/>
          <ac:spMkLst>
            <pc:docMk/>
            <pc:sldMk cId="3080667691" sldId="278"/>
            <ac:spMk id="14" creationId="{00000000-0000-0000-0000-000000000000}"/>
          </ac:spMkLst>
        </pc:spChg>
        <pc:spChg chg="del mod topLvl">
          <ac:chgData name="tzuchin hsu" userId="cf69378dcfc0a401" providerId="LiveId" clId="{7DF1A371-EAFD-41AA-B488-19F925D9606A}" dt="2021-03-11T01:24:15.020" v="88" actId="478"/>
          <ac:spMkLst>
            <pc:docMk/>
            <pc:sldMk cId="3080667691" sldId="278"/>
            <ac:spMk id="15" creationId="{00000000-0000-0000-0000-000000000000}"/>
          </ac:spMkLst>
        </pc:spChg>
        <pc:spChg chg="del mod topLvl">
          <ac:chgData name="tzuchin hsu" userId="cf69378dcfc0a401" providerId="LiveId" clId="{7DF1A371-EAFD-41AA-B488-19F925D9606A}" dt="2021-03-11T01:23:36.280" v="41" actId="478"/>
          <ac:spMkLst>
            <pc:docMk/>
            <pc:sldMk cId="3080667691" sldId="278"/>
            <ac:spMk id="16" creationId="{00000000-0000-0000-0000-000000000000}"/>
          </ac:spMkLst>
        </pc:spChg>
        <pc:spChg chg="mod">
          <ac:chgData name="tzuchin hsu" userId="cf69378dcfc0a401" providerId="LiveId" clId="{7DF1A371-EAFD-41AA-B488-19F925D9606A}" dt="2021-03-11T01:42:45.236" v="259" actId="20577"/>
          <ac:spMkLst>
            <pc:docMk/>
            <pc:sldMk cId="3080667691" sldId="278"/>
            <ac:spMk id="17" creationId="{00000000-0000-0000-0000-000000000000}"/>
          </ac:spMkLst>
        </pc:spChg>
        <pc:spChg chg="mod">
          <ac:chgData name="tzuchin hsu" userId="cf69378dcfc0a401" providerId="LiveId" clId="{7DF1A371-EAFD-41AA-B488-19F925D9606A}" dt="2021-03-11T01:57:45.680" v="330" actId="20577"/>
          <ac:spMkLst>
            <pc:docMk/>
            <pc:sldMk cId="3080667691" sldId="278"/>
            <ac:spMk id="18" creationId="{00000000-0000-0000-0000-000000000000}"/>
          </ac:spMkLst>
        </pc:spChg>
        <pc:spChg chg="mod">
          <ac:chgData name="tzuchin hsu" userId="cf69378dcfc0a401" providerId="LiveId" clId="{7DF1A371-EAFD-41AA-B488-19F925D9606A}" dt="2021-03-11T01:53:48.187" v="312"/>
          <ac:spMkLst>
            <pc:docMk/>
            <pc:sldMk cId="3080667691" sldId="278"/>
            <ac:spMk id="22" creationId="{00000000-0000-0000-0000-000000000000}"/>
          </ac:spMkLst>
        </pc:spChg>
        <pc:spChg chg="mod">
          <ac:chgData name="tzuchin hsu" userId="cf69378dcfc0a401" providerId="LiveId" clId="{7DF1A371-EAFD-41AA-B488-19F925D9606A}" dt="2021-03-11T01:53:49.797" v="313" actId="20577"/>
          <ac:spMkLst>
            <pc:docMk/>
            <pc:sldMk cId="3080667691" sldId="278"/>
            <ac:spMk id="23" creationId="{00000000-0000-0000-0000-000000000000}"/>
          </ac:spMkLst>
        </pc:spChg>
        <pc:spChg chg="mod">
          <ac:chgData name="tzuchin hsu" userId="cf69378dcfc0a401" providerId="LiveId" clId="{7DF1A371-EAFD-41AA-B488-19F925D9606A}" dt="2021-03-11T01:31:08.080" v="138" actId="20577"/>
          <ac:spMkLst>
            <pc:docMk/>
            <pc:sldMk cId="3080667691" sldId="278"/>
            <ac:spMk id="25" creationId="{00000000-0000-0000-0000-000000000000}"/>
          </ac:spMkLst>
        </pc:spChg>
        <pc:spChg chg="mod">
          <ac:chgData name="tzuchin hsu" userId="cf69378dcfc0a401" providerId="LiveId" clId="{7DF1A371-EAFD-41AA-B488-19F925D9606A}" dt="2021-03-11T01:32:05.526" v="252" actId="20577"/>
          <ac:spMkLst>
            <pc:docMk/>
            <pc:sldMk cId="3080667691" sldId="278"/>
            <ac:spMk id="26" creationId="{00000000-0000-0000-0000-000000000000}"/>
          </ac:spMkLst>
        </pc:spChg>
        <pc:spChg chg="mod">
          <ac:chgData name="tzuchin hsu" userId="cf69378dcfc0a401" providerId="LiveId" clId="{7DF1A371-EAFD-41AA-B488-19F925D9606A}" dt="2021-03-11T02:05:53.649" v="373" actId="14100"/>
          <ac:spMkLst>
            <pc:docMk/>
            <pc:sldMk cId="3080667691" sldId="278"/>
            <ac:spMk id="33" creationId="{15211DF6-9FE4-4E75-A647-4ADB91A30B45}"/>
          </ac:spMkLst>
        </pc:spChg>
        <pc:spChg chg="mod">
          <ac:chgData name="tzuchin hsu" userId="cf69378dcfc0a401" providerId="LiveId" clId="{7DF1A371-EAFD-41AA-B488-19F925D9606A}" dt="2021-03-11T02:05:09.652" v="343" actId="20577"/>
          <ac:spMkLst>
            <pc:docMk/>
            <pc:sldMk cId="3080667691" sldId="278"/>
            <ac:spMk id="34" creationId="{065A921C-B5A1-4462-9FCF-2040EDFF658C}"/>
          </ac:spMkLst>
        </pc:spChg>
        <pc:grpChg chg="mod topLvl">
          <ac:chgData name="tzuchin hsu" userId="cf69378dcfc0a401" providerId="LiveId" clId="{7DF1A371-EAFD-41AA-B488-19F925D9606A}" dt="2021-03-11T01:21:23.221" v="10" actId="165"/>
          <ac:grpSpMkLst>
            <pc:docMk/>
            <pc:sldMk cId="3080667691" sldId="278"/>
            <ac:grpSpMk id="20" creationId="{00000000-0000-0000-0000-000000000000}"/>
          </ac:grpSpMkLst>
        </pc:grpChg>
        <pc:grpChg chg="mod topLvl">
          <ac:chgData name="tzuchin hsu" userId="cf69378dcfc0a401" providerId="LiveId" clId="{7DF1A371-EAFD-41AA-B488-19F925D9606A}" dt="2021-03-11T01:53:48.187" v="312"/>
          <ac:grpSpMkLst>
            <pc:docMk/>
            <pc:sldMk cId="3080667691" sldId="278"/>
            <ac:grpSpMk id="21" creationId="{00000000-0000-0000-0000-000000000000}"/>
          </ac:grpSpMkLst>
        </pc:grpChg>
        <pc:grpChg chg="mod topLvl">
          <ac:chgData name="tzuchin hsu" userId="cf69378dcfc0a401" providerId="LiveId" clId="{7DF1A371-EAFD-41AA-B488-19F925D9606A}" dt="2021-03-11T01:19:13.041" v="0" actId="165"/>
          <ac:grpSpMkLst>
            <pc:docMk/>
            <pc:sldMk cId="3080667691" sldId="278"/>
            <ac:grpSpMk id="24" creationId="{00000000-0000-0000-0000-000000000000}"/>
          </ac:grpSpMkLst>
        </pc:grpChg>
        <pc:grpChg chg="del">
          <ac:chgData name="tzuchin hsu" userId="cf69378dcfc0a401" providerId="LiveId" clId="{7DF1A371-EAFD-41AA-B488-19F925D9606A}" dt="2021-03-11T01:19:13.041" v="0" actId="165"/>
          <ac:grpSpMkLst>
            <pc:docMk/>
            <pc:sldMk cId="3080667691" sldId="278"/>
            <ac:grpSpMk id="27" creationId="{00000000-0000-0000-0000-000000000000}"/>
          </ac:grpSpMkLst>
        </pc:grpChg>
        <pc:grpChg chg="del">
          <ac:chgData name="tzuchin hsu" userId="cf69378dcfc0a401" providerId="LiveId" clId="{7DF1A371-EAFD-41AA-B488-19F925D9606A}" dt="2021-03-11T01:21:23.221" v="10" actId="165"/>
          <ac:grpSpMkLst>
            <pc:docMk/>
            <pc:sldMk cId="3080667691" sldId="278"/>
            <ac:grpSpMk id="28" creationId="{00000000-0000-0000-0000-000000000000}"/>
          </ac:grpSpMkLst>
        </pc:grpChg>
        <pc:grpChg chg="del">
          <ac:chgData name="tzuchin hsu" userId="cf69378dcfc0a401" providerId="LiveId" clId="{7DF1A371-EAFD-41AA-B488-19F925D9606A}" dt="2021-03-11T01:21:31.414" v="11" actId="165"/>
          <ac:grpSpMkLst>
            <pc:docMk/>
            <pc:sldMk cId="3080667691" sldId="278"/>
            <ac:grpSpMk id="29" creationId="{00000000-0000-0000-0000-000000000000}"/>
          </ac:grpSpMkLst>
        </pc:grpChg>
        <pc:picChg chg="add mod">
          <ac:chgData name="tzuchin hsu" userId="cf69378dcfc0a401" providerId="LiveId" clId="{7DF1A371-EAFD-41AA-B488-19F925D9606A}" dt="2021-03-11T01:21:12.726" v="9" actId="1037"/>
          <ac:picMkLst>
            <pc:docMk/>
            <pc:sldMk cId="3080667691" sldId="278"/>
            <ac:picMk id="6" creationId="{C8C13E99-566B-4C2F-B33F-09A0295135AA}"/>
          </ac:picMkLst>
        </pc:picChg>
        <pc:picChg chg="add mod">
          <ac:chgData name="tzuchin hsu" userId="cf69378dcfc0a401" providerId="LiveId" clId="{7DF1A371-EAFD-41AA-B488-19F925D9606A}" dt="2021-03-11T01:23:42.494" v="80" actId="1037"/>
          <ac:picMkLst>
            <pc:docMk/>
            <pc:sldMk cId="3080667691" sldId="278"/>
            <ac:picMk id="8" creationId="{E025EA4A-DFAF-4230-A396-1CC934CFC16A}"/>
          </ac:picMkLst>
        </pc:picChg>
        <pc:picChg chg="add mod">
          <ac:chgData name="tzuchin hsu" userId="cf69378dcfc0a401" providerId="LiveId" clId="{7DF1A371-EAFD-41AA-B488-19F925D9606A}" dt="2021-03-11T01:24:26.218" v="130" actId="1038"/>
          <ac:picMkLst>
            <pc:docMk/>
            <pc:sldMk cId="3080667691" sldId="278"/>
            <ac:picMk id="19" creationId="{90B0F354-FE4B-48D3-9A57-6E188A3FE07E}"/>
          </ac:picMkLst>
        </pc:picChg>
      </pc:sldChg>
      <pc:sldChg chg="del">
        <pc:chgData name="tzuchin hsu" userId="cf69378dcfc0a401" providerId="LiveId" clId="{7DF1A371-EAFD-41AA-B488-19F925D9606A}" dt="2021-03-11T02:15:37.310" v="562" actId="47"/>
        <pc:sldMkLst>
          <pc:docMk/>
          <pc:sldMk cId="3815530600" sldId="280"/>
        </pc:sldMkLst>
      </pc:sldChg>
      <pc:sldChg chg="del">
        <pc:chgData name="tzuchin hsu" userId="cf69378dcfc0a401" providerId="LiveId" clId="{7DF1A371-EAFD-41AA-B488-19F925D9606A}" dt="2021-03-11T02:15:37.310" v="562" actId="47"/>
        <pc:sldMkLst>
          <pc:docMk/>
          <pc:sldMk cId="4267020985" sldId="289"/>
        </pc:sldMkLst>
      </pc:sldChg>
      <pc:sldChg chg="del">
        <pc:chgData name="tzuchin hsu" userId="cf69378dcfc0a401" providerId="LiveId" clId="{7DF1A371-EAFD-41AA-B488-19F925D9606A}" dt="2021-03-11T02:15:28.921" v="560" actId="47"/>
        <pc:sldMkLst>
          <pc:docMk/>
          <pc:sldMk cId="347024678" sldId="290"/>
        </pc:sldMkLst>
      </pc:sldChg>
      <pc:sldChg chg="del">
        <pc:chgData name="tzuchin hsu" userId="cf69378dcfc0a401" providerId="LiveId" clId="{7DF1A371-EAFD-41AA-B488-19F925D9606A}" dt="2021-03-11T02:15:28.921" v="560" actId="47"/>
        <pc:sldMkLst>
          <pc:docMk/>
          <pc:sldMk cId="777070202" sldId="291"/>
        </pc:sldMkLst>
      </pc:sldChg>
      <pc:sldChg chg="del">
        <pc:chgData name="tzuchin hsu" userId="cf69378dcfc0a401" providerId="LiveId" clId="{7DF1A371-EAFD-41AA-B488-19F925D9606A}" dt="2021-03-11T02:15:34.068" v="561" actId="47"/>
        <pc:sldMkLst>
          <pc:docMk/>
          <pc:sldMk cId="2011752100" sldId="292"/>
        </pc:sldMkLst>
      </pc:sldChg>
      <pc:sldChg chg="del">
        <pc:chgData name="tzuchin hsu" userId="cf69378dcfc0a401" providerId="LiveId" clId="{7DF1A371-EAFD-41AA-B488-19F925D9606A}" dt="2021-03-11T02:15:34.068" v="561" actId="47"/>
        <pc:sldMkLst>
          <pc:docMk/>
          <pc:sldMk cId="190173683" sldId="293"/>
        </pc:sldMkLst>
      </pc:sldChg>
      <pc:sldChg chg="del">
        <pc:chgData name="tzuchin hsu" userId="cf69378dcfc0a401" providerId="LiveId" clId="{7DF1A371-EAFD-41AA-B488-19F925D9606A}" dt="2021-03-11T02:15:37.310" v="562" actId="47"/>
        <pc:sldMkLst>
          <pc:docMk/>
          <pc:sldMk cId="1202066520" sldId="294"/>
        </pc:sldMkLst>
      </pc:sldChg>
      <pc:sldChg chg="del">
        <pc:chgData name="tzuchin hsu" userId="cf69378dcfc0a401" providerId="LiveId" clId="{7DF1A371-EAFD-41AA-B488-19F925D9606A}" dt="2021-03-11T02:15:17.612" v="558" actId="47"/>
        <pc:sldMkLst>
          <pc:docMk/>
          <pc:sldMk cId="2289375217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CBB2E-48DC-49CA-8E72-BE7599524DFA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25B89-6052-41D9-A908-A6BE7E761B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20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597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240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426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36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830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25B89-6052-41D9-A908-A6BE7E761BF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450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35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57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10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33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58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45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10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166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01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F752-093A-47B5-9666-7DC80AC766F8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4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FF752-093A-47B5-9666-7DC80AC766F8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FFDA4-7F78-489C-AB5B-DFB651000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07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f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f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://www.cg.com.tw/Maya/Content/Maya_Intro.php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uild.gamer.com.tw/wiki.php?sn=7229&amp;n=MAYA%E6%A8%A1%E5%9E%8B%E8%B3%87%E6%BA%90%E8%87%B3UNITY%E4%BA%8B%E9%A0%85" TargetMode="External"/><Relationship Id="rId11" Type="http://schemas.microsoft.com/office/2007/relationships/hdphoto" Target="../media/hdphoto2.wdp"/><Relationship Id="rId5" Type="http://schemas.openxmlformats.org/officeDocument/2006/relationships/hyperlink" Target="http://www.cg.com.tw/Unity/Content/Unity_09.php" TargetMode="External"/><Relationship Id="rId10" Type="http://schemas.openxmlformats.org/officeDocument/2006/relationships/image" Target="../media/image8.png"/><Relationship Id="rId4" Type="http://schemas.openxmlformats.org/officeDocument/2006/relationships/hyperlink" Target="https://free3d.com/zh/3d-models/fbx-%E6%A0%91" TargetMode="External"/><Relationship Id="rId9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>
            <a:extLst>
              <a:ext uri="{FF2B5EF4-FFF2-40B4-BE49-F238E27FC236}">
                <a16:creationId xmlns:a16="http://schemas.microsoft.com/office/drawing/2014/main" id="{7AFA7012-798C-40E5-B08A-FE9678A251D7}"/>
              </a:ext>
            </a:extLst>
          </p:cNvPr>
          <p:cNvGrpSpPr/>
          <p:nvPr/>
        </p:nvGrpSpPr>
        <p:grpSpPr>
          <a:xfrm>
            <a:off x="-653216" y="-646369"/>
            <a:ext cx="11127151" cy="8144235"/>
            <a:chOff x="6666450" y="-983792"/>
            <a:chExt cx="11127151" cy="8144235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27B53CD-A63F-4C91-A9FF-1D36E56A1C02}"/>
                </a:ext>
              </a:extLst>
            </p:cNvPr>
            <p:cNvSpPr/>
            <p:nvPr/>
          </p:nvSpPr>
          <p:spPr>
            <a:xfrm>
              <a:off x="14231484" y="4873548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  <a:alpha val="22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6B1F8BD-6223-4476-8E54-3EA176FBE218}"/>
                </a:ext>
              </a:extLst>
            </p:cNvPr>
            <p:cNvSpPr/>
            <p:nvPr/>
          </p:nvSpPr>
          <p:spPr>
            <a:xfrm>
              <a:off x="10889733" y="5693157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E7ADB3A-2F2C-410D-8252-ED41992D3E41}"/>
                </a:ext>
              </a:extLst>
            </p:cNvPr>
            <p:cNvSpPr/>
            <p:nvPr/>
          </p:nvSpPr>
          <p:spPr>
            <a:xfrm>
              <a:off x="11459350" y="3900642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5FF5BCC-FD31-420A-A408-C5135593AC27}"/>
                </a:ext>
              </a:extLst>
            </p:cNvPr>
            <p:cNvSpPr/>
            <p:nvPr/>
          </p:nvSpPr>
          <p:spPr>
            <a:xfrm>
              <a:off x="10726700" y="2812823"/>
              <a:ext cx="1465300" cy="1409392"/>
            </a:xfrm>
            <a:prstGeom prst="rect">
              <a:avLst/>
            </a:prstGeom>
            <a:noFill/>
            <a:ln w="31750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CCF0A5B-5F90-48C0-80EA-D6D0A8DABC5E}"/>
                </a:ext>
              </a:extLst>
            </p:cNvPr>
            <p:cNvSpPr/>
            <p:nvPr/>
          </p:nvSpPr>
          <p:spPr>
            <a:xfrm>
              <a:off x="11459350" y="859522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6310E21-0E24-41DC-87C5-0237703D19D6}"/>
                </a:ext>
              </a:extLst>
            </p:cNvPr>
            <p:cNvSpPr/>
            <p:nvPr/>
          </p:nvSpPr>
          <p:spPr>
            <a:xfrm>
              <a:off x="9049978" y="-983792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1928513-ACB6-48B3-A3C8-D031F908A5A2}"/>
                </a:ext>
              </a:extLst>
            </p:cNvPr>
            <p:cNvSpPr/>
            <p:nvPr/>
          </p:nvSpPr>
          <p:spPr>
            <a:xfrm>
              <a:off x="10298206" y="-248321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06EBB9F-CD94-422C-B0EE-AAD400BB34DF}"/>
                </a:ext>
              </a:extLst>
            </p:cNvPr>
            <p:cNvSpPr/>
            <p:nvPr/>
          </p:nvSpPr>
          <p:spPr>
            <a:xfrm>
              <a:off x="9019399" y="2018030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0E9E687-E6E0-4351-B0E9-1EA7FB106887}"/>
                </a:ext>
              </a:extLst>
            </p:cNvPr>
            <p:cNvSpPr/>
            <p:nvPr/>
          </p:nvSpPr>
          <p:spPr>
            <a:xfrm>
              <a:off x="9723663" y="3195946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EA22228-8B9C-4A87-9906-3A886140440F}"/>
                </a:ext>
              </a:extLst>
            </p:cNvPr>
            <p:cNvSpPr/>
            <p:nvPr/>
          </p:nvSpPr>
          <p:spPr>
            <a:xfrm>
              <a:off x="9948038" y="1403431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A8B53EF-C010-4EF4-B061-9456970B6D5E}"/>
                </a:ext>
              </a:extLst>
            </p:cNvPr>
            <p:cNvSpPr/>
            <p:nvPr/>
          </p:nvSpPr>
          <p:spPr>
            <a:xfrm>
              <a:off x="8687216" y="4045177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66696DA-9313-4E4B-871C-84ADDC678106}"/>
                </a:ext>
              </a:extLst>
            </p:cNvPr>
            <p:cNvSpPr/>
            <p:nvPr/>
          </p:nvSpPr>
          <p:spPr>
            <a:xfrm>
              <a:off x="9565556" y="5078558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C56AE96-4295-4D24-B746-963B4F4BF8E5}"/>
                </a:ext>
              </a:extLst>
            </p:cNvPr>
            <p:cNvSpPr/>
            <p:nvPr/>
          </p:nvSpPr>
          <p:spPr>
            <a:xfrm>
              <a:off x="7706178" y="5709012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C8284BA-D9BF-4E1C-81F9-1A6B5FBA870B}"/>
                </a:ext>
              </a:extLst>
            </p:cNvPr>
            <p:cNvSpPr/>
            <p:nvPr/>
          </p:nvSpPr>
          <p:spPr>
            <a:xfrm>
              <a:off x="6666450" y="2635785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FF71A69-8C13-44D9-B0D0-214EF78E0CB2}"/>
                </a:ext>
              </a:extLst>
            </p:cNvPr>
            <p:cNvSpPr/>
            <p:nvPr/>
          </p:nvSpPr>
          <p:spPr>
            <a:xfrm>
              <a:off x="7917324" y="2977169"/>
              <a:ext cx="1465300" cy="1409392"/>
            </a:xfrm>
            <a:prstGeom prst="rect">
              <a:avLst/>
            </a:prstGeom>
            <a:noFill/>
            <a:ln w="44450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86B7DCF-14EE-4304-BFDD-F8E41FDEEE12}"/>
                </a:ext>
              </a:extLst>
            </p:cNvPr>
            <p:cNvSpPr/>
            <p:nvPr/>
          </p:nvSpPr>
          <p:spPr>
            <a:xfrm>
              <a:off x="7753838" y="1397085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F9407C0-EFD0-43B9-8A36-8D892AEF3B28}"/>
                </a:ext>
              </a:extLst>
            </p:cNvPr>
            <p:cNvSpPr/>
            <p:nvPr/>
          </p:nvSpPr>
          <p:spPr>
            <a:xfrm>
              <a:off x="8914982" y="279953"/>
              <a:ext cx="1465300" cy="1409392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D9E52CE-4D25-4C74-A7D6-0F911C8BB5FE}"/>
                </a:ext>
              </a:extLst>
            </p:cNvPr>
            <p:cNvSpPr/>
            <p:nvPr/>
          </p:nvSpPr>
          <p:spPr>
            <a:xfrm>
              <a:off x="9219138" y="595617"/>
              <a:ext cx="849381" cy="849381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FF070DA-414F-49FE-97A1-D9F01C222624}"/>
                </a:ext>
              </a:extLst>
            </p:cNvPr>
            <p:cNvSpPr/>
            <p:nvPr/>
          </p:nvSpPr>
          <p:spPr>
            <a:xfrm>
              <a:off x="8984983" y="4386561"/>
              <a:ext cx="849381" cy="849381"/>
            </a:xfrm>
            <a:prstGeom prst="rect">
              <a:avLst/>
            </a:prstGeom>
            <a:noFill/>
            <a:ln w="666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CEF42DF-93AB-4945-A6A8-8D339B4DBF17}"/>
                </a:ext>
              </a:extLst>
            </p:cNvPr>
            <p:cNvSpPr/>
            <p:nvPr/>
          </p:nvSpPr>
          <p:spPr>
            <a:xfrm>
              <a:off x="9506628" y="2187986"/>
              <a:ext cx="1665630" cy="166563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7F47249-2D08-4AB1-9681-F2F62707AE98}"/>
                </a:ext>
              </a:extLst>
            </p:cNvPr>
            <p:cNvSpPr/>
            <p:nvPr/>
          </p:nvSpPr>
          <p:spPr>
            <a:xfrm>
              <a:off x="8625287" y="5837692"/>
              <a:ext cx="1322751" cy="1322751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A5ADC00-ACCB-4CBF-9CB1-155BE7026C02}"/>
                </a:ext>
              </a:extLst>
            </p:cNvPr>
            <p:cNvSpPr/>
            <p:nvPr/>
          </p:nvSpPr>
          <p:spPr>
            <a:xfrm>
              <a:off x="10711122" y="5219936"/>
              <a:ext cx="1349667" cy="134966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0A66F15-32AA-4AB3-B1AE-40AE4AC36167}"/>
                </a:ext>
              </a:extLst>
            </p:cNvPr>
            <p:cNvSpPr/>
            <p:nvPr/>
          </p:nvSpPr>
          <p:spPr>
            <a:xfrm>
              <a:off x="10680688" y="-291864"/>
              <a:ext cx="1330496" cy="1330496"/>
            </a:xfrm>
            <a:prstGeom prst="rect">
              <a:avLst/>
            </a:prstGeom>
            <a:noFill/>
            <a:ln w="603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8EC09B3-4D26-45A0-8845-A6EECF3A0B32}"/>
                </a:ext>
              </a:extLst>
            </p:cNvPr>
            <p:cNvSpPr/>
            <p:nvPr/>
          </p:nvSpPr>
          <p:spPr>
            <a:xfrm>
              <a:off x="13239672" y="3124949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  <a:alpha val="22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6AAB4875-4FC4-4AB7-8FC0-871911AB8FF2}"/>
                </a:ext>
              </a:extLst>
            </p:cNvPr>
            <p:cNvSpPr/>
            <p:nvPr/>
          </p:nvSpPr>
          <p:spPr>
            <a:xfrm>
              <a:off x="14565052" y="2269926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  <a:alpha val="22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8DC75B5-6D3E-476A-8716-1C2D38AA8497}"/>
                </a:ext>
              </a:extLst>
            </p:cNvPr>
            <p:cNvSpPr/>
            <p:nvPr/>
          </p:nvSpPr>
          <p:spPr>
            <a:xfrm>
              <a:off x="16328301" y="2136745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  <a:alpha val="22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D00AE3E5-F787-4496-BC9F-FE4478F87F73}"/>
                </a:ext>
              </a:extLst>
            </p:cNvPr>
            <p:cNvSpPr/>
            <p:nvPr/>
          </p:nvSpPr>
          <p:spPr>
            <a:xfrm>
              <a:off x="15811153" y="3427422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  <a:alpha val="22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22C1626D-1EB9-49B7-B850-E755AD6AC26D}"/>
                </a:ext>
              </a:extLst>
            </p:cNvPr>
            <p:cNvSpPr/>
            <p:nvPr/>
          </p:nvSpPr>
          <p:spPr>
            <a:xfrm>
              <a:off x="15282494" y="1206106"/>
              <a:ext cx="1465300" cy="1409392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  <a:alpha val="22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95035E2-DF95-4CBF-915B-C2D64D7C8039}"/>
              </a:ext>
            </a:extLst>
          </p:cNvPr>
          <p:cNvGrpSpPr/>
          <p:nvPr/>
        </p:nvGrpSpPr>
        <p:grpSpPr>
          <a:xfrm>
            <a:off x="6383646" y="1553501"/>
            <a:ext cx="5008254" cy="3771743"/>
            <a:chOff x="7264985" y="650521"/>
            <a:chExt cx="5008254" cy="3771743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7ECD779-18A3-4BF0-BCF0-9139F1891390}"/>
                </a:ext>
              </a:extLst>
            </p:cNvPr>
            <p:cNvSpPr txBox="1"/>
            <p:nvPr/>
          </p:nvSpPr>
          <p:spPr>
            <a:xfrm>
              <a:off x="7264985" y="650521"/>
              <a:ext cx="5008254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7200" b="1" spc="600" dirty="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第一次</a:t>
              </a:r>
              <a:endParaRPr lang="en-US" altLang="zh-TW" sz="7200" b="1" spc="600" dirty="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  <a:p>
              <a:r>
                <a:rPr lang="zh-TW" altLang="en-US" sz="7200" b="1" spc="600" dirty="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專題報告</a:t>
              </a:r>
              <a:endParaRPr lang="zh-CN" altLang="en-US" sz="8000" b="1" spc="600" dirty="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7" name="圆角矩形 17">
              <a:extLst>
                <a:ext uri="{FF2B5EF4-FFF2-40B4-BE49-F238E27FC236}">
                  <a16:creationId xmlns:a16="http://schemas.microsoft.com/office/drawing/2014/main" id="{419F1001-FB8D-495A-88CB-98F0555EA4B7}"/>
                </a:ext>
              </a:extLst>
            </p:cNvPr>
            <p:cNvSpPr/>
            <p:nvPr/>
          </p:nvSpPr>
          <p:spPr>
            <a:xfrm>
              <a:off x="7422111" y="3521592"/>
              <a:ext cx="2835629" cy="3796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D5E1C2F-E7AB-4182-AADD-F6B4202C0C91}"/>
                </a:ext>
              </a:extLst>
            </p:cNvPr>
            <p:cNvSpPr txBox="1"/>
            <p:nvPr/>
          </p:nvSpPr>
          <p:spPr>
            <a:xfrm>
              <a:off x="7336389" y="3064740"/>
              <a:ext cx="2899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solidFill>
                    <a:schemeClr val="bg2">
                      <a:lumMod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陳昕喬、徐子芹</a:t>
              </a:r>
              <a:endParaRPr lang="zh-CN" altLang="en-US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40" name="燕尾形 23">
              <a:extLst>
                <a:ext uri="{FF2B5EF4-FFF2-40B4-BE49-F238E27FC236}">
                  <a16:creationId xmlns:a16="http://schemas.microsoft.com/office/drawing/2014/main" id="{DFE2851B-1E8E-4955-8D3B-72304C42B698}"/>
                </a:ext>
              </a:extLst>
            </p:cNvPr>
            <p:cNvSpPr/>
            <p:nvPr/>
          </p:nvSpPr>
          <p:spPr>
            <a:xfrm>
              <a:off x="9416412" y="4307964"/>
              <a:ext cx="74613" cy="114300"/>
            </a:xfrm>
            <a:prstGeom prst="chevron">
              <a:avLst>
                <a:gd name="adj" fmla="val 691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0C8042C-E9F6-469B-90F3-28BC1A5EFAB5}"/>
                </a:ext>
              </a:extLst>
            </p:cNvPr>
            <p:cNvSpPr txBox="1"/>
            <p:nvPr/>
          </p:nvSpPr>
          <p:spPr>
            <a:xfrm>
              <a:off x="7495986" y="3557530"/>
              <a:ext cx="2687877" cy="30777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spc="3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虛擬果園</a:t>
              </a:r>
              <a:endParaRPr lang="zh-CN" altLang="en-US" sz="1400" spc="3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3424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rot="1695913">
            <a:off x="-749742" y="4024140"/>
            <a:ext cx="5530353" cy="5667720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0119" h="1855080">
                <a:moveTo>
                  <a:pt x="110247" y="263564"/>
                </a:moveTo>
                <a:cubicBezTo>
                  <a:pt x="-291391" y="796964"/>
                  <a:pt x="507122" y="1817727"/>
                  <a:pt x="862722" y="1854239"/>
                </a:cubicBezTo>
                <a:cubicBezTo>
                  <a:pt x="1218322" y="1890751"/>
                  <a:pt x="1950160" y="728702"/>
                  <a:pt x="1786647" y="425489"/>
                </a:cubicBezTo>
                <a:cubicBezTo>
                  <a:pt x="1623134" y="122276"/>
                  <a:pt x="511885" y="-269836"/>
                  <a:pt x="110247" y="26356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6961335" y="883383"/>
            <a:ext cx="3939351" cy="842678"/>
            <a:chOff x="6869200" y="1614422"/>
            <a:chExt cx="3939351" cy="842678"/>
          </a:xfrm>
        </p:grpSpPr>
        <p:sp>
          <p:nvSpPr>
            <p:cNvPr id="12" name="椭圆 11"/>
            <p:cNvSpPr/>
            <p:nvPr/>
          </p:nvSpPr>
          <p:spPr>
            <a:xfrm>
              <a:off x="6869200" y="1723037"/>
              <a:ext cx="734063" cy="73406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P</a:t>
              </a:r>
              <a:endParaRPr lang="zh-CN" altLang="en-US" sz="3200" b="1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858786" y="1614422"/>
              <a:ext cx="2333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Performance</a:t>
              </a:r>
              <a:endParaRPr lang="zh-CN" altLang="en-US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858786" y="1945952"/>
              <a:ext cx="2949765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正確辨識果樹狀態、快速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961335" y="2352124"/>
            <a:ext cx="3939351" cy="842678"/>
            <a:chOff x="6869200" y="3028855"/>
            <a:chExt cx="3939351" cy="842678"/>
          </a:xfrm>
        </p:grpSpPr>
        <p:sp>
          <p:nvSpPr>
            <p:cNvPr id="17" name="椭圆 16"/>
            <p:cNvSpPr/>
            <p:nvPr/>
          </p:nvSpPr>
          <p:spPr>
            <a:xfrm>
              <a:off x="6869200" y="3137470"/>
              <a:ext cx="734063" cy="73406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E</a:t>
              </a:r>
              <a:endParaRPr lang="zh-CN" altLang="en-US" sz="3200" b="1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858786" y="3028855"/>
              <a:ext cx="2333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Environment</a:t>
              </a:r>
              <a:endParaRPr lang="zh-CN" altLang="en-US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858786" y="3360385"/>
              <a:ext cx="2949765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果園、果樹、農夫、使用者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961335" y="3820864"/>
            <a:ext cx="3939351" cy="842678"/>
            <a:chOff x="6869200" y="4313544"/>
            <a:chExt cx="3939351" cy="842678"/>
          </a:xfrm>
        </p:grpSpPr>
        <p:sp>
          <p:nvSpPr>
            <p:cNvPr id="20" name="椭圆 19"/>
            <p:cNvSpPr/>
            <p:nvPr/>
          </p:nvSpPr>
          <p:spPr>
            <a:xfrm>
              <a:off x="6869200" y="4422159"/>
              <a:ext cx="734063" cy="73406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A</a:t>
              </a:r>
              <a:endParaRPr lang="zh-CN" altLang="en-US" sz="3200" b="1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858786" y="4313544"/>
              <a:ext cx="2333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Actuators</a:t>
              </a:r>
              <a:endParaRPr lang="zh-CN" altLang="en-US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858786" y="4645074"/>
              <a:ext cx="2949765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顯示果樹狀態、建議動作、警告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66F067C-60B0-4E44-9E0D-CE6C7719B57F}"/>
              </a:ext>
            </a:extLst>
          </p:cNvPr>
          <p:cNvGrpSpPr/>
          <p:nvPr/>
        </p:nvGrpSpPr>
        <p:grpSpPr>
          <a:xfrm>
            <a:off x="415234" y="-199604"/>
            <a:ext cx="3140765" cy="1272564"/>
            <a:chOff x="415234" y="-199604"/>
            <a:chExt cx="3140765" cy="1272564"/>
          </a:xfrm>
        </p:grpSpPr>
        <p:sp>
          <p:nvSpPr>
            <p:cNvPr id="24" name="饼形 6">
              <a:extLst>
                <a:ext uri="{FF2B5EF4-FFF2-40B4-BE49-F238E27FC236}">
                  <a16:creationId xmlns:a16="http://schemas.microsoft.com/office/drawing/2014/main" id="{2B0F28AF-B799-4ACF-B8F3-C640F13B19F3}"/>
                </a:ext>
              </a:extLst>
            </p:cNvPr>
            <p:cNvSpPr/>
            <p:nvPr/>
          </p:nvSpPr>
          <p:spPr>
            <a:xfrm rot="16200000">
              <a:off x="610005" y="-394375"/>
              <a:ext cx="1210658" cy="1600200"/>
            </a:xfrm>
            <a:prstGeom prst="pie">
              <a:avLst>
                <a:gd name="adj1" fmla="val 10780140"/>
                <a:gd name="adj2" fmla="val 1620000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758D5DE-CEA8-43B3-B1D8-167D7E45F3F2}"/>
                </a:ext>
              </a:extLst>
            </p:cNvPr>
            <p:cNvSpPr/>
            <p:nvPr/>
          </p:nvSpPr>
          <p:spPr>
            <a:xfrm>
              <a:off x="546360" y="360163"/>
              <a:ext cx="149859" cy="178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792318E-A399-4BC7-88B7-DCE018C78B17}"/>
                </a:ext>
              </a:extLst>
            </p:cNvPr>
            <p:cNvSpPr txBox="1"/>
            <p:nvPr/>
          </p:nvSpPr>
          <p:spPr>
            <a:xfrm>
              <a:off x="1269561" y="360163"/>
              <a:ext cx="19469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8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任務環境</a:t>
              </a:r>
              <a:endParaRPr lang="zh-CN" altLang="en-US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7" name="文本框 19">
              <a:extLst>
                <a:ext uri="{FF2B5EF4-FFF2-40B4-BE49-F238E27FC236}">
                  <a16:creationId xmlns:a16="http://schemas.microsoft.com/office/drawing/2014/main" id="{676D71C0-1C2E-4C04-89FA-948141C727AC}"/>
                </a:ext>
              </a:extLst>
            </p:cNvPr>
            <p:cNvSpPr txBox="1"/>
            <p:nvPr/>
          </p:nvSpPr>
          <p:spPr>
            <a:xfrm>
              <a:off x="1291314" y="731776"/>
              <a:ext cx="2264685" cy="341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TW" sz="1200" i="1" spc="200" dirty="0">
                  <a:solidFill>
                    <a:schemeClr val="bg1">
                      <a:lumMod val="65000"/>
                    </a:schemeClr>
                  </a:solidFill>
                </a:rPr>
                <a:t>Task Environment</a:t>
              </a:r>
              <a:endParaRPr lang="zh-CN" altLang="en-US" sz="1200" i="1" spc="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86A26AFB-6F08-4599-96A4-C3EB488B2C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314" y="1570845"/>
            <a:ext cx="4305300" cy="4305300"/>
          </a:xfrm>
          <a:prstGeom prst="rect">
            <a:avLst/>
          </a:prstGeom>
        </p:spPr>
      </p:pic>
      <p:grpSp>
        <p:nvGrpSpPr>
          <p:cNvPr id="28" name="组合 3">
            <a:extLst>
              <a:ext uri="{FF2B5EF4-FFF2-40B4-BE49-F238E27FC236}">
                <a16:creationId xmlns:a16="http://schemas.microsoft.com/office/drawing/2014/main" id="{5CE96E84-8D0F-4BAA-ABA4-647E22688B91}"/>
              </a:ext>
            </a:extLst>
          </p:cNvPr>
          <p:cNvGrpSpPr/>
          <p:nvPr/>
        </p:nvGrpSpPr>
        <p:grpSpPr>
          <a:xfrm>
            <a:off x="6961335" y="5288563"/>
            <a:ext cx="3939351" cy="842678"/>
            <a:chOff x="6869200" y="1614422"/>
            <a:chExt cx="3939351" cy="842678"/>
          </a:xfrm>
        </p:grpSpPr>
        <p:sp>
          <p:nvSpPr>
            <p:cNvPr id="29" name="椭圆 11">
              <a:extLst>
                <a:ext uri="{FF2B5EF4-FFF2-40B4-BE49-F238E27FC236}">
                  <a16:creationId xmlns:a16="http://schemas.microsoft.com/office/drawing/2014/main" id="{309C8151-734B-492F-9373-E9900023EB13}"/>
                </a:ext>
              </a:extLst>
            </p:cNvPr>
            <p:cNvSpPr/>
            <p:nvPr/>
          </p:nvSpPr>
          <p:spPr>
            <a:xfrm>
              <a:off x="6869200" y="1723037"/>
              <a:ext cx="734063" cy="73406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S</a:t>
              </a:r>
              <a:endParaRPr lang="zh-CN" altLang="en-US" sz="3200" b="1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30" name="文本框 12">
              <a:extLst>
                <a:ext uri="{FF2B5EF4-FFF2-40B4-BE49-F238E27FC236}">
                  <a16:creationId xmlns:a16="http://schemas.microsoft.com/office/drawing/2014/main" id="{F1506217-992A-41CA-8BAF-B29294D73845}"/>
                </a:ext>
              </a:extLst>
            </p:cNvPr>
            <p:cNvSpPr txBox="1"/>
            <p:nvPr/>
          </p:nvSpPr>
          <p:spPr>
            <a:xfrm>
              <a:off x="7858786" y="1614422"/>
              <a:ext cx="2333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Sensor</a:t>
              </a:r>
              <a:endParaRPr lang="zh-CN" altLang="en-US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1" name="文本框 13">
              <a:extLst>
                <a:ext uri="{FF2B5EF4-FFF2-40B4-BE49-F238E27FC236}">
                  <a16:creationId xmlns:a16="http://schemas.microsoft.com/office/drawing/2014/main" id="{3FFD1443-05F6-49C6-ACA5-8469BF1A03ED}"/>
                </a:ext>
              </a:extLst>
            </p:cNvPr>
            <p:cNvSpPr txBox="1"/>
            <p:nvPr/>
          </p:nvSpPr>
          <p:spPr>
            <a:xfrm>
              <a:off x="7858786" y="1945952"/>
              <a:ext cx="2949765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攝影機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677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 rot="18000000">
            <a:off x="-510994" y="-624161"/>
            <a:ext cx="2766480" cy="2825746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  <a:gd name="connsiteX0" fmla="*/ 110247 w 1807143"/>
              <a:gd name="connsiteY0" fmla="*/ 283275 h 1874848"/>
              <a:gd name="connsiteX1" fmla="*/ 862722 w 1807143"/>
              <a:gd name="connsiteY1" fmla="*/ 1873950 h 1874848"/>
              <a:gd name="connsiteX2" fmla="*/ 1786647 w 1807143"/>
              <a:gd name="connsiteY2" fmla="*/ 445200 h 1874848"/>
              <a:gd name="connsiteX3" fmla="*/ 110247 w 1807143"/>
              <a:gd name="connsiteY3" fmla="*/ 283275 h 1874848"/>
              <a:gd name="connsiteX0" fmla="*/ 110247 w 1816444"/>
              <a:gd name="connsiteY0" fmla="*/ 273208 h 1864752"/>
              <a:gd name="connsiteX1" fmla="*/ 862722 w 1816444"/>
              <a:gd name="connsiteY1" fmla="*/ 1863883 h 1864752"/>
              <a:gd name="connsiteX2" fmla="*/ 1786647 w 1816444"/>
              <a:gd name="connsiteY2" fmla="*/ 435133 h 1864752"/>
              <a:gd name="connsiteX3" fmla="*/ 110247 w 1816444"/>
              <a:gd name="connsiteY3" fmla="*/ 273208 h 1864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6444" h="1864752">
                <a:moveTo>
                  <a:pt x="110247" y="273208"/>
                </a:moveTo>
                <a:cubicBezTo>
                  <a:pt x="-291391" y="806608"/>
                  <a:pt x="507122" y="1827371"/>
                  <a:pt x="862722" y="1863883"/>
                </a:cubicBezTo>
                <a:cubicBezTo>
                  <a:pt x="1218322" y="1900395"/>
                  <a:pt x="1975560" y="776446"/>
                  <a:pt x="1786647" y="435133"/>
                </a:cubicBezTo>
                <a:cubicBezTo>
                  <a:pt x="1597734" y="93820"/>
                  <a:pt x="511885" y="-260192"/>
                  <a:pt x="110247" y="273208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梯形 11"/>
          <p:cNvSpPr/>
          <p:nvPr/>
        </p:nvSpPr>
        <p:spPr>
          <a:xfrm rot="13500000">
            <a:off x="9877370" y="-599766"/>
            <a:ext cx="2085441" cy="1512062"/>
          </a:xfrm>
          <a:custGeom>
            <a:avLst/>
            <a:gdLst>
              <a:gd name="connsiteX0" fmla="*/ 0 w 3339385"/>
              <a:gd name="connsiteY0" fmla="*/ 2647336 h 2647336"/>
              <a:gd name="connsiteX1" fmla="*/ 661834 w 3339385"/>
              <a:gd name="connsiteY1" fmla="*/ 0 h 2647336"/>
              <a:gd name="connsiteX2" fmla="*/ 2677551 w 3339385"/>
              <a:gd name="connsiteY2" fmla="*/ 0 h 2647336"/>
              <a:gd name="connsiteX3" fmla="*/ 3339385 w 3339385"/>
              <a:gd name="connsiteY3" fmla="*/ 2647336 h 2647336"/>
              <a:gd name="connsiteX4" fmla="*/ 0 w 3339385"/>
              <a:gd name="connsiteY4" fmla="*/ 2647336 h 2647336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96159 h 2996159"/>
              <a:gd name="connsiteX1" fmla="*/ 661834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339385"/>
              <a:gd name="connsiteY0" fmla="*/ 2996159 h 2996159"/>
              <a:gd name="connsiteX1" fmla="*/ 775282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474973"/>
              <a:gd name="connsiteY0" fmla="*/ 2998122 h 3028357"/>
              <a:gd name="connsiteX1" fmla="*/ 775282 w 3474973"/>
              <a:gd name="connsiteY1" fmla="*/ 350786 h 3028357"/>
              <a:gd name="connsiteX2" fmla="*/ 2400233 w 3474973"/>
              <a:gd name="connsiteY2" fmla="*/ 316001 h 3028357"/>
              <a:gd name="connsiteX3" fmla="*/ 3474973 w 3474973"/>
              <a:gd name="connsiteY3" fmla="*/ 3028357 h 3028357"/>
              <a:gd name="connsiteX4" fmla="*/ 0 w 3474973"/>
              <a:gd name="connsiteY4" fmla="*/ 2998122 h 3028357"/>
              <a:gd name="connsiteX0" fmla="*/ 0 w 3746151"/>
              <a:gd name="connsiteY0" fmla="*/ 2967887 h 3028357"/>
              <a:gd name="connsiteX1" fmla="*/ 1046460 w 3746151"/>
              <a:gd name="connsiteY1" fmla="*/ 350786 h 3028357"/>
              <a:gd name="connsiteX2" fmla="*/ 2671411 w 3746151"/>
              <a:gd name="connsiteY2" fmla="*/ 316001 h 3028357"/>
              <a:gd name="connsiteX3" fmla="*/ 3746151 w 3746151"/>
              <a:gd name="connsiteY3" fmla="*/ 3028357 h 3028357"/>
              <a:gd name="connsiteX4" fmla="*/ 0 w 3746151"/>
              <a:gd name="connsiteY4" fmla="*/ 2967887 h 3028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46151" h="3028357">
                <a:moveTo>
                  <a:pt x="0" y="2967887"/>
                </a:moveTo>
                <a:cubicBezTo>
                  <a:pt x="220611" y="2085442"/>
                  <a:pt x="508349" y="1157031"/>
                  <a:pt x="1046460" y="350786"/>
                </a:cubicBezTo>
                <a:cubicBezTo>
                  <a:pt x="1492718" y="-90437"/>
                  <a:pt x="2221463" y="-130261"/>
                  <a:pt x="2671411" y="316001"/>
                </a:cubicBezTo>
                <a:cubicBezTo>
                  <a:pt x="3121360" y="762263"/>
                  <a:pt x="3493909" y="2180734"/>
                  <a:pt x="3746151" y="3028357"/>
                </a:cubicBezTo>
                <a:lnTo>
                  <a:pt x="0" y="296788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 rot="1695913">
            <a:off x="9459961" y="5674652"/>
            <a:ext cx="2309336" cy="2366697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0119" h="1855080">
                <a:moveTo>
                  <a:pt x="110247" y="263564"/>
                </a:moveTo>
                <a:cubicBezTo>
                  <a:pt x="-291391" y="796964"/>
                  <a:pt x="507122" y="1817727"/>
                  <a:pt x="862722" y="1854239"/>
                </a:cubicBezTo>
                <a:cubicBezTo>
                  <a:pt x="1218322" y="1890751"/>
                  <a:pt x="1950160" y="728702"/>
                  <a:pt x="1786647" y="425489"/>
                </a:cubicBezTo>
                <a:cubicBezTo>
                  <a:pt x="1623134" y="122276"/>
                  <a:pt x="511885" y="-269836"/>
                  <a:pt x="110247" y="26356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4386A7C9-3EF0-4D81-8D1D-BE6E2FF12927}"/>
              </a:ext>
            </a:extLst>
          </p:cNvPr>
          <p:cNvGrpSpPr/>
          <p:nvPr/>
        </p:nvGrpSpPr>
        <p:grpSpPr>
          <a:xfrm>
            <a:off x="1160100" y="190065"/>
            <a:ext cx="4212000" cy="6021793"/>
            <a:chOff x="1160100" y="190065"/>
            <a:chExt cx="4212000" cy="6021793"/>
          </a:xfrm>
        </p:grpSpPr>
        <p:sp>
          <p:nvSpPr>
            <p:cNvPr id="13" name="同侧圆角矩形 12"/>
            <p:cNvSpPr/>
            <p:nvPr/>
          </p:nvSpPr>
          <p:spPr>
            <a:xfrm rot="10800000">
              <a:off x="1162050" y="3141656"/>
              <a:ext cx="4210050" cy="3070202"/>
            </a:xfrm>
            <a:prstGeom prst="round2SameRect">
              <a:avLst>
                <a:gd name="adj1" fmla="val 8643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698171" y="5336849"/>
              <a:ext cx="3225082" cy="486242"/>
              <a:chOff x="1698171" y="5181601"/>
              <a:chExt cx="3225082" cy="486242"/>
            </a:xfrm>
          </p:grpSpPr>
          <p:sp>
            <p:nvSpPr>
              <p:cNvPr id="15" name="圆角矩形 14"/>
              <p:cNvSpPr/>
              <p:nvPr/>
            </p:nvSpPr>
            <p:spPr>
              <a:xfrm>
                <a:off x="1698171" y="5181601"/>
                <a:ext cx="3225082" cy="486242"/>
              </a:xfrm>
              <a:prstGeom prst="round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941592" y="5268951"/>
                <a:ext cx="2738238" cy="30777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400" spc="300" dirty="0">
                    <a:solidFill>
                      <a:schemeClr val="bg1"/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產季：冬天</a:t>
                </a:r>
                <a:endParaRPr lang="zh-CN" altLang="en-US" sz="1400" spc="3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1434660" y="3184631"/>
              <a:ext cx="23948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40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橘子</a:t>
              </a:r>
              <a:endParaRPr lang="zh-CN" altLang="en-US" sz="4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433686" y="3797517"/>
              <a:ext cx="3664828" cy="11721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發育階段：</a:t>
              </a:r>
              <a:endParaRPr lang="en-US" altLang="zh-TW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1.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開花</a:t>
              </a: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春季</a:t>
              </a: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2.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結果</a:t>
              </a:r>
              <a:endParaRPr lang="en-US" altLang="zh-TW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3.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採收</a:t>
              </a: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(10-12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月</a:t>
              </a: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5" name="圖片 4" descr="一張含有 柑橘, 水果, 橘子, 橙色 的圖片&#10;&#10;自動產生的描述">
              <a:extLst>
                <a:ext uri="{FF2B5EF4-FFF2-40B4-BE49-F238E27FC236}">
                  <a16:creationId xmlns:a16="http://schemas.microsoft.com/office/drawing/2014/main" id="{8A50FD9B-440A-42DD-9597-97BF618B4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0100" y="190065"/>
              <a:ext cx="4212000" cy="2951591"/>
            </a:xfrm>
            <a:prstGeom prst="round2SameRect">
              <a:avLst/>
            </a:prstGeom>
            <a:effectLst/>
          </p:spPr>
        </p:pic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B67E002D-B092-4EBA-9D5D-ABE17497E178}"/>
              </a:ext>
            </a:extLst>
          </p:cNvPr>
          <p:cNvGrpSpPr/>
          <p:nvPr/>
        </p:nvGrpSpPr>
        <p:grpSpPr>
          <a:xfrm>
            <a:off x="6817951" y="191374"/>
            <a:ext cx="4212000" cy="6021793"/>
            <a:chOff x="1160100" y="190065"/>
            <a:chExt cx="4212000" cy="6021793"/>
          </a:xfrm>
        </p:grpSpPr>
        <p:sp>
          <p:nvSpPr>
            <p:cNvPr id="30" name="同侧圆角矩形 12">
              <a:extLst>
                <a:ext uri="{FF2B5EF4-FFF2-40B4-BE49-F238E27FC236}">
                  <a16:creationId xmlns:a16="http://schemas.microsoft.com/office/drawing/2014/main" id="{768B57DC-87D1-426C-99B9-515A902C3AC4}"/>
                </a:ext>
              </a:extLst>
            </p:cNvPr>
            <p:cNvSpPr/>
            <p:nvPr/>
          </p:nvSpPr>
          <p:spPr>
            <a:xfrm rot="10800000">
              <a:off x="1162050" y="3141656"/>
              <a:ext cx="4210050" cy="3070202"/>
            </a:xfrm>
            <a:prstGeom prst="round2SameRect">
              <a:avLst>
                <a:gd name="adj1" fmla="val 8643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1" name="组合 17">
              <a:extLst>
                <a:ext uri="{FF2B5EF4-FFF2-40B4-BE49-F238E27FC236}">
                  <a16:creationId xmlns:a16="http://schemas.microsoft.com/office/drawing/2014/main" id="{4C828F3A-B51C-4C58-AB01-1EDAB5B981EA}"/>
                </a:ext>
              </a:extLst>
            </p:cNvPr>
            <p:cNvGrpSpPr/>
            <p:nvPr/>
          </p:nvGrpSpPr>
          <p:grpSpPr>
            <a:xfrm>
              <a:off x="1698171" y="5336849"/>
              <a:ext cx="3225082" cy="486242"/>
              <a:chOff x="1698171" y="5181601"/>
              <a:chExt cx="3225082" cy="486242"/>
            </a:xfrm>
          </p:grpSpPr>
          <p:sp>
            <p:nvSpPr>
              <p:cNvPr id="35" name="圆角矩形 14">
                <a:extLst>
                  <a:ext uri="{FF2B5EF4-FFF2-40B4-BE49-F238E27FC236}">
                    <a16:creationId xmlns:a16="http://schemas.microsoft.com/office/drawing/2014/main" id="{23865D30-6920-45D7-8C1B-A8D5453B7484}"/>
                  </a:ext>
                </a:extLst>
              </p:cNvPr>
              <p:cNvSpPr/>
              <p:nvPr/>
            </p:nvSpPr>
            <p:spPr>
              <a:xfrm>
                <a:off x="1698171" y="5181601"/>
                <a:ext cx="3225082" cy="486242"/>
              </a:xfrm>
              <a:prstGeom prst="round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15">
                <a:extLst>
                  <a:ext uri="{FF2B5EF4-FFF2-40B4-BE49-F238E27FC236}">
                    <a16:creationId xmlns:a16="http://schemas.microsoft.com/office/drawing/2014/main" id="{3C543D39-B4D1-441D-9E13-81463CD36F36}"/>
                  </a:ext>
                </a:extLst>
              </p:cNvPr>
              <p:cNvSpPr txBox="1"/>
              <p:nvPr/>
            </p:nvSpPr>
            <p:spPr>
              <a:xfrm>
                <a:off x="1941592" y="5268951"/>
                <a:ext cx="2738238" cy="30777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400" spc="300" dirty="0">
                    <a:solidFill>
                      <a:schemeClr val="bg1"/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產季：秋天</a:t>
                </a:r>
                <a:endParaRPr lang="zh-CN" altLang="en-US" sz="1400" spc="3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</p:txBody>
          </p:sp>
        </p:grpSp>
        <p:sp>
          <p:nvSpPr>
            <p:cNvPr id="32" name="文本框 16">
              <a:extLst>
                <a:ext uri="{FF2B5EF4-FFF2-40B4-BE49-F238E27FC236}">
                  <a16:creationId xmlns:a16="http://schemas.microsoft.com/office/drawing/2014/main" id="{63918A60-EDE7-42FE-99B0-0DCEA37B5157}"/>
                </a:ext>
              </a:extLst>
            </p:cNvPr>
            <p:cNvSpPr txBox="1"/>
            <p:nvPr/>
          </p:nvSpPr>
          <p:spPr>
            <a:xfrm>
              <a:off x="1434660" y="3184631"/>
              <a:ext cx="23948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40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咖啡</a:t>
              </a:r>
              <a:endParaRPr lang="zh-CN" altLang="en-US" sz="4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3" name="文本框 18">
              <a:extLst>
                <a:ext uri="{FF2B5EF4-FFF2-40B4-BE49-F238E27FC236}">
                  <a16:creationId xmlns:a16="http://schemas.microsoft.com/office/drawing/2014/main" id="{5422D536-F01C-4A0A-8823-3AA633D98A76}"/>
                </a:ext>
              </a:extLst>
            </p:cNvPr>
            <p:cNvSpPr txBox="1"/>
            <p:nvPr/>
          </p:nvSpPr>
          <p:spPr>
            <a:xfrm>
              <a:off x="1433686" y="3797517"/>
              <a:ext cx="3664828" cy="11721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發育階段：</a:t>
              </a:r>
              <a:endParaRPr lang="en-US" altLang="zh-TW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1.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開花</a:t>
              </a: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(2-3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月、約</a:t>
              </a: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2-7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天</a:t>
              </a: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2.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結果</a:t>
              </a:r>
              <a:endParaRPr lang="en-US" altLang="zh-TW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3.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採收</a:t>
              </a: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果實由綠轉紅、約農曆中秋後</a:t>
              </a: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180D08EC-0E3D-40CB-A486-4337CFA91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23" b="3223"/>
            <a:stretch/>
          </p:blipFill>
          <p:spPr>
            <a:xfrm>
              <a:off x="1160100" y="190065"/>
              <a:ext cx="4212000" cy="2951591"/>
            </a:xfrm>
            <a:prstGeom prst="round2Same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8585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 rot="18000000">
            <a:off x="-510994" y="-624161"/>
            <a:ext cx="2766480" cy="2825746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  <a:gd name="connsiteX0" fmla="*/ 110247 w 1807143"/>
              <a:gd name="connsiteY0" fmla="*/ 283275 h 1874848"/>
              <a:gd name="connsiteX1" fmla="*/ 862722 w 1807143"/>
              <a:gd name="connsiteY1" fmla="*/ 1873950 h 1874848"/>
              <a:gd name="connsiteX2" fmla="*/ 1786647 w 1807143"/>
              <a:gd name="connsiteY2" fmla="*/ 445200 h 1874848"/>
              <a:gd name="connsiteX3" fmla="*/ 110247 w 1807143"/>
              <a:gd name="connsiteY3" fmla="*/ 283275 h 1874848"/>
              <a:gd name="connsiteX0" fmla="*/ 110247 w 1816444"/>
              <a:gd name="connsiteY0" fmla="*/ 273208 h 1864752"/>
              <a:gd name="connsiteX1" fmla="*/ 862722 w 1816444"/>
              <a:gd name="connsiteY1" fmla="*/ 1863883 h 1864752"/>
              <a:gd name="connsiteX2" fmla="*/ 1786647 w 1816444"/>
              <a:gd name="connsiteY2" fmla="*/ 435133 h 1864752"/>
              <a:gd name="connsiteX3" fmla="*/ 110247 w 1816444"/>
              <a:gd name="connsiteY3" fmla="*/ 273208 h 1864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6444" h="1864752">
                <a:moveTo>
                  <a:pt x="110247" y="273208"/>
                </a:moveTo>
                <a:cubicBezTo>
                  <a:pt x="-291391" y="806608"/>
                  <a:pt x="507122" y="1827371"/>
                  <a:pt x="862722" y="1863883"/>
                </a:cubicBezTo>
                <a:cubicBezTo>
                  <a:pt x="1218322" y="1900395"/>
                  <a:pt x="1975560" y="776446"/>
                  <a:pt x="1786647" y="435133"/>
                </a:cubicBezTo>
                <a:cubicBezTo>
                  <a:pt x="1597734" y="93820"/>
                  <a:pt x="511885" y="-260192"/>
                  <a:pt x="110247" y="273208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梯形 11"/>
          <p:cNvSpPr/>
          <p:nvPr/>
        </p:nvSpPr>
        <p:spPr>
          <a:xfrm rot="13500000">
            <a:off x="9877370" y="-599766"/>
            <a:ext cx="2085441" cy="1512062"/>
          </a:xfrm>
          <a:custGeom>
            <a:avLst/>
            <a:gdLst>
              <a:gd name="connsiteX0" fmla="*/ 0 w 3339385"/>
              <a:gd name="connsiteY0" fmla="*/ 2647336 h 2647336"/>
              <a:gd name="connsiteX1" fmla="*/ 661834 w 3339385"/>
              <a:gd name="connsiteY1" fmla="*/ 0 h 2647336"/>
              <a:gd name="connsiteX2" fmla="*/ 2677551 w 3339385"/>
              <a:gd name="connsiteY2" fmla="*/ 0 h 2647336"/>
              <a:gd name="connsiteX3" fmla="*/ 3339385 w 3339385"/>
              <a:gd name="connsiteY3" fmla="*/ 2647336 h 2647336"/>
              <a:gd name="connsiteX4" fmla="*/ 0 w 3339385"/>
              <a:gd name="connsiteY4" fmla="*/ 2647336 h 2647336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96159 h 2996159"/>
              <a:gd name="connsiteX1" fmla="*/ 661834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339385"/>
              <a:gd name="connsiteY0" fmla="*/ 2996159 h 2996159"/>
              <a:gd name="connsiteX1" fmla="*/ 775282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474973"/>
              <a:gd name="connsiteY0" fmla="*/ 2998122 h 3028357"/>
              <a:gd name="connsiteX1" fmla="*/ 775282 w 3474973"/>
              <a:gd name="connsiteY1" fmla="*/ 350786 h 3028357"/>
              <a:gd name="connsiteX2" fmla="*/ 2400233 w 3474973"/>
              <a:gd name="connsiteY2" fmla="*/ 316001 h 3028357"/>
              <a:gd name="connsiteX3" fmla="*/ 3474973 w 3474973"/>
              <a:gd name="connsiteY3" fmla="*/ 3028357 h 3028357"/>
              <a:gd name="connsiteX4" fmla="*/ 0 w 3474973"/>
              <a:gd name="connsiteY4" fmla="*/ 2998122 h 3028357"/>
              <a:gd name="connsiteX0" fmla="*/ 0 w 3746151"/>
              <a:gd name="connsiteY0" fmla="*/ 2967887 h 3028357"/>
              <a:gd name="connsiteX1" fmla="*/ 1046460 w 3746151"/>
              <a:gd name="connsiteY1" fmla="*/ 350786 h 3028357"/>
              <a:gd name="connsiteX2" fmla="*/ 2671411 w 3746151"/>
              <a:gd name="connsiteY2" fmla="*/ 316001 h 3028357"/>
              <a:gd name="connsiteX3" fmla="*/ 3746151 w 3746151"/>
              <a:gd name="connsiteY3" fmla="*/ 3028357 h 3028357"/>
              <a:gd name="connsiteX4" fmla="*/ 0 w 3746151"/>
              <a:gd name="connsiteY4" fmla="*/ 2967887 h 3028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46151" h="3028357">
                <a:moveTo>
                  <a:pt x="0" y="2967887"/>
                </a:moveTo>
                <a:cubicBezTo>
                  <a:pt x="220611" y="2085442"/>
                  <a:pt x="508349" y="1157031"/>
                  <a:pt x="1046460" y="350786"/>
                </a:cubicBezTo>
                <a:cubicBezTo>
                  <a:pt x="1492718" y="-90437"/>
                  <a:pt x="2221463" y="-130261"/>
                  <a:pt x="2671411" y="316001"/>
                </a:cubicBezTo>
                <a:cubicBezTo>
                  <a:pt x="3121360" y="762263"/>
                  <a:pt x="3493909" y="2180734"/>
                  <a:pt x="3746151" y="3028357"/>
                </a:cubicBezTo>
                <a:lnTo>
                  <a:pt x="0" y="296788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 rot="1695913">
            <a:off x="9459961" y="5674652"/>
            <a:ext cx="2309336" cy="2366697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0119" h="1855080">
                <a:moveTo>
                  <a:pt x="110247" y="263564"/>
                </a:moveTo>
                <a:cubicBezTo>
                  <a:pt x="-291391" y="796964"/>
                  <a:pt x="507122" y="1817727"/>
                  <a:pt x="862722" y="1854239"/>
                </a:cubicBezTo>
                <a:cubicBezTo>
                  <a:pt x="1218322" y="1890751"/>
                  <a:pt x="1950160" y="728702"/>
                  <a:pt x="1786647" y="425489"/>
                </a:cubicBezTo>
                <a:cubicBezTo>
                  <a:pt x="1623134" y="122276"/>
                  <a:pt x="511885" y="-269836"/>
                  <a:pt x="110247" y="26356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4386A7C9-3EF0-4D81-8D1D-BE6E2FF12927}"/>
              </a:ext>
            </a:extLst>
          </p:cNvPr>
          <p:cNvGrpSpPr/>
          <p:nvPr/>
        </p:nvGrpSpPr>
        <p:grpSpPr>
          <a:xfrm>
            <a:off x="1160100" y="190065"/>
            <a:ext cx="4212000" cy="6021793"/>
            <a:chOff x="1160100" y="190065"/>
            <a:chExt cx="4212000" cy="6021793"/>
          </a:xfrm>
        </p:grpSpPr>
        <p:sp>
          <p:nvSpPr>
            <p:cNvPr id="13" name="同侧圆角矩形 12"/>
            <p:cNvSpPr/>
            <p:nvPr/>
          </p:nvSpPr>
          <p:spPr>
            <a:xfrm rot="10800000">
              <a:off x="1162050" y="3141656"/>
              <a:ext cx="4210050" cy="3070202"/>
            </a:xfrm>
            <a:prstGeom prst="round2SameRect">
              <a:avLst>
                <a:gd name="adj1" fmla="val 8643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698171" y="5336849"/>
              <a:ext cx="3225082" cy="486242"/>
              <a:chOff x="1698171" y="5181601"/>
              <a:chExt cx="3225082" cy="486242"/>
            </a:xfrm>
          </p:grpSpPr>
          <p:sp>
            <p:nvSpPr>
              <p:cNvPr id="15" name="圆角矩形 14"/>
              <p:cNvSpPr/>
              <p:nvPr/>
            </p:nvSpPr>
            <p:spPr>
              <a:xfrm>
                <a:off x="1698171" y="5181601"/>
                <a:ext cx="3225082" cy="486242"/>
              </a:xfrm>
              <a:prstGeom prst="round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941592" y="5268951"/>
                <a:ext cx="2738238" cy="30777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400" spc="300" dirty="0">
                    <a:solidFill>
                      <a:schemeClr val="bg1"/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產季：四季</a:t>
                </a:r>
                <a:endParaRPr lang="zh-CN" altLang="en-US" sz="1400" spc="3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1434660" y="3184631"/>
              <a:ext cx="23948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40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芭樂</a:t>
              </a:r>
              <a:endParaRPr lang="zh-CN" altLang="en-US" sz="4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433686" y="3797517"/>
              <a:ext cx="3664828" cy="1171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發育階段：</a:t>
              </a:r>
              <a:endParaRPr lang="en-US" altLang="zh-TW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1.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開花</a:t>
              </a:r>
              <a:endParaRPr lang="en-US" altLang="zh-TW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2.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結果</a:t>
              </a:r>
              <a:endParaRPr lang="en-US" altLang="zh-TW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3.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採收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8A50FD9B-440A-42DD-9597-97BF618B4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1" r="2691"/>
            <a:stretch/>
          </p:blipFill>
          <p:spPr>
            <a:xfrm>
              <a:off x="1160100" y="190065"/>
              <a:ext cx="4212000" cy="2951591"/>
            </a:xfrm>
            <a:prstGeom prst="round2SameRect">
              <a:avLst/>
            </a:prstGeom>
            <a:effectLst/>
          </p:spPr>
        </p:pic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B67E002D-B092-4EBA-9D5D-ABE17497E178}"/>
              </a:ext>
            </a:extLst>
          </p:cNvPr>
          <p:cNvGrpSpPr/>
          <p:nvPr/>
        </p:nvGrpSpPr>
        <p:grpSpPr>
          <a:xfrm>
            <a:off x="6817951" y="191374"/>
            <a:ext cx="4212000" cy="6021793"/>
            <a:chOff x="1160100" y="190065"/>
            <a:chExt cx="4212000" cy="6021793"/>
          </a:xfrm>
        </p:grpSpPr>
        <p:sp>
          <p:nvSpPr>
            <p:cNvPr id="30" name="同侧圆角矩形 12">
              <a:extLst>
                <a:ext uri="{FF2B5EF4-FFF2-40B4-BE49-F238E27FC236}">
                  <a16:creationId xmlns:a16="http://schemas.microsoft.com/office/drawing/2014/main" id="{768B57DC-87D1-426C-99B9-515A902C3AC4}"/>
                </a:ext>
              </a:extLst>
            </p:cNvPr>
            <p:cNvSpPr/>
            <p:nvPr/>
          </p:nvSpPr>
          <p:spPr>
            <a:xfrm rot="10800000">
              <a:off x="1162050" y="3141656"/>
              <a:ext cx="4210050" cy="3070202"/>
            </a:xfrm>
            <a:prstGeom prst="round2SameRect">
              <a:avLst>
                <a:gd name="adj1" fmla="val 8643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1" name="组合 17">
              <a:extLst>
                <a:ext uri="{FF2B5EF4-FFF2-40B4-BE49-F238E27FC236}">
                  <a16:creationId xmlns:a16="http://schemas.microsoft.com/office/drawing/2014/main" id="{4C828F3A-B51C-4C58-AB01-1EDAB5B981EA}"/>
                </a:ext>
              </a:extLst>
            </p:cNvPr>
            <p:cNvGrpSpPr/>
            <p:nvPr/>
          </p:nvGrpSpPr>
          <p:grpSpPr>
            <a:xfrm>
              <a:off x="1698171" y="5336849"/>
              <a:ext cx="3225082" cy="486242"/>
              <a:chOff x="1698171" y="5181601"/>
              <a:chExt cx="3225082" cy="486242"/>
            </a:xfrm>
          </p:grpSpPr>
          <p:sp>
            <p:nvSpPr>
              <p:cNvPr id="35" name="圆角矩形 14">
                <a:extLst>
                  <a:ext uri="{FF2B5EF4-FFF2-40B4-BE49-F238E27FC236}">
                    <a16:creationId xmlns:a16="http://schemas.microsoft.com/office/drawing/2014/main" id="{23865D30-6920-45D7-8C1B-A8D5453B7484}"/>
                  </a:ext>
                </a:extLst>
              </p:cNvPr>
              <p:cNvSpPr/>
              <p:nvPr/>
            </p:nvSpPr>
            <p:spPr>
              <a:xfrm>
                <a:off x="1698171" y="5181601"/>
                <a:ext cx="3225082" cy="486242"/>
              </a:xfrm>
              <a:prstGeom prst="round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15">
                <a:extLst>
                  <a:ext uri="{FF2B5EF4-FFF2-40B4-BE49-F238E27FC236}">
                    <a16:creationId xmlns:a16="http://schemas.microsoft.com/office/drawing/2014/main" id="{3C543D39-B4D1-441D-9E13-81463CD36F36}"/>
                  </a:ext>
                </a:extLst>
              </p:cNvPr>
              <p:cNvSpPr txBox="1"/>
              <p:nvPr/>
            </p:nvSpPr>
            <p:spPr>
              <a:xfrm>
                <a:off x="1941592" y="5268951"/>
                <a:ext cx="2738238" cy="30777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400" spc="300" dirty="0">
                    <a:solidFill>
                      <a:schemeClr val="bg1"/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產季：秋天</a:t>
                </a:r>
                <a:endParaRPr lang="zh-CN" altLang="en-US" sz="1400" spc="300" dirty="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</p:txBody>
          </p:sp>
        </p:grpSp>
        <p:sp>
          <p:nvSpPr>
            <p:cNvPr id="32" name="文本框 16">
              <a:extLst>
                <a:ext uri="{FF2B5EF4-FFF2-40B4-BE49-F238E27FC236}">
                  <a16:creationId xmlns:a16="http://schemas.microsoft.com/office/drawing/2014/main" id="{63918A60-EDE7-42FE-99B0-0DCEA37B5157}"/>
                </a:ext>
              </a:extLst>
            </p:cNvPr>
            <p:cNvSpPr txBox="1"/>
            <p:nvPr/>
          </p:nvSpPr>
          <p:spPr>
            <a:xfrm>
              <a:off x="1434660" y="3184631"/>
              <a:ext cx="23948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40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柚子</a:t>
              </a:r>
              <a:endParaRPr lang="zh-CN" altLang="en-US" sz="4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33" name="文本框 18">
              <a:extLst>
                <a:ext uri="{FF2B5EF4-FFF2-40B4-BE49-F238E27FC236}">
                  <a16:creationId xmlns:a16="http://schemas.microsoft.com/office/drawing/2014/main" id="{5422D536-F01C-4A0A-8823-3AA633D98A76}"/>
                </a:ext>
              </a:extLst>
            </p:cNvPr>
            <p:cNvSpPr txBox="1"/>
            <p:nvPr/>
          </p:nvSpPr>
          <p:spPr>
            <a:xfrm>
              <a:off x="1433686" y="3797517"/>
              <a:ext cx="3664828" cy="1171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發育階段：</a:t>
              </a:r>
              <a:endParaRPr lang="en-US" altLang="zh-TW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1.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開花</a:t>
              </a:r>
              <a:endParaRPr lang="en-US" altLang="zh-TW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2.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結果</a:t>
              </a:r>
              <a:endParaRPr lang="en-US" altLang="zh-TW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3.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採收</a:t>
              </a: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(10</a:t>
              </a:r>
              <a:r>
                <a:rPr lang="zh-TW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月份左右</a:t>
              </a:r>
              <a:r>
                <a:rPr lang="en-US" altLang="zh-TW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180D08EC-0E3D-40CB-A486-4337CFA91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" b="52"/>
            <a:stretch/>
          </p:blipFill>
          <p:spPr>
            <a:xfrm>
              <a:off x="1160100" y="190065"/>
              <a:ext cx="4212000" cy="2951591"/>
            </a:xfrm>
            <a:prstGeom prst="round2Same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2759211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usiness-presentation_66134"/>
          <p:cNvSpPr>
            <a:spLocks noChangeAspect="1"/>
          </p:cNvSpPr>
          <p:nvPr/>
        </p:nvSpPr>
        <p:spPr bwMode="auto">
          <a:xfrm>
            <a:off x="7984748" y="1227782"/>
            <a:ext cx="5177491" cy="4483565"/>
          </a:xfrm>
          <a:custGeom>
            <a:avLst/>
            <a:gdLst>
              <a:gd name="connsiteX0" fmla="*/ 205065 w 605876"/>
              <a:gd name="connsiteY0" fmla="*/ 428776 h 524672"/>
              <a:gd name="connsiteX1" fmla="*/ 226551 w 605876"/>
              <a:gd name="connsiteY1" fmla="*/ 446081 h 524672"/>
              <a:gd name="connsiteX2" fmla="*/ 233109 w 605876"/>
              <a:gd name="connsiteY2" fmla="*/ 453684 h 524672"/>
              <a:gd name="connsiteX3" fmla="*/ 228349 w 605876"/>
              <a:gd name="connsiteY3" fmla="*/ 499196 h 524672"/>
              <a:gd name="connsiteX4" fmla="*/ 223377 w 605876"/>
              <a:gd name="connsiteY4" fmla="*/ 507538 h 524672"/>
              <a:gd name="connsiteX5" fmla="*/ 141188 w 605876"/>
              <a:gd name="connsiteY5" fmla="*/ 476282 h 524672"/>
              <a:gd name="connsiteX6" fmla="*/ 176835 w 605876"/>
              <a:gd name="connsiteY6" fmla="*/ 430241 h 524672"/>
              <a:gd name="connsiteX7" fmla="*/ 205065 w 605876"/>
              <a:gd name="connsiteY7" fmla="*/ 428776 h 524672"/>
              <a:gd name="connsiteX8" fmla="*/ 481191 w 605876"/>
              <a:gd name="connsiteY8" fmla="*/ 426712 h 524672"/>
              <a:gd name="connsiteX9" fmla="*/ 499583 w 605876"/>
              <a:gd name="connsiteY9" fmla="*/ 434333 h 524672"/>
              <a:gd name="connsiteX10" fmla="*/ 510478 w 605876"/>
              <a:gd name="connsiteY10" fmla="*/ 438454 h 524672"/>
              <a:gd name="connsiteX11" fmla="*/ 526874 w 605876"/>
              <a:gd name="connsiteY11" fmla="*/ 493716 h 524672"/>
              <a:gd name="connsiteX12" fmla="*/ 478851 w 605876"/>
              <a:gd name="connsiteY12" fmla="*/ 524041 h 524672"/>
              <a:gd name="connsiteX13" fmla="*/ 435059 w 605876"/>
              <a:gd name="connsiteY13" fmla="*/ 484629 h 524672"/>
              <a:gd name="connsiteX14" fmla="*/ 460022 w 605876"/>
              <a:gd name="connsiteY14" fmla="*/ 432008 h 524672"/>
              <a:gd name="connsiteX15" fmla="*/ 481191 w 605876"/>
              <a:gd name="connsiteY15" fmla="*/ 426712 h 524672"/>
              <a:gd name="connsiteX16" fmla="*/ 53061 w 605876"/>
              <a:gd name="connsiteY16" fmla="*/ 1 h 524672"/>
              <a:gd name="connsiteX17" fmla="*/ 98044 w 605876"/>
              <a:gd name="connsiteY17" fmla="*/ 2087 h 524672"/>
              <a:gd name="connsiteX18" fmla="*/ 147021 w 605876"/>
              <a:gd name="connsiteY18" fmla="*/ 21735 h 524672"/>
              <a:gd name="connsiteX19" fmla="*/ 159609 w 605876"/>
              <a:gd name="connsiteY19" fmla="*/ 48882 h 524672"/>
              <a:gd name="connsiteX20" fmla="*/ 576919 w 605876"/>
              <a:gd name="connsiteY20" fmla="*/ 34622 h 524672"/>
              <a:gd name="connsiteX21" fmla="*/ 604951 w 605876"/>
              <a:gd name="connsiteY21" fmla="*/ 62508 h 524672"/>
              <a:gd name="connsiteX22" fmla="*/ 551531 w 605876"/>
              <a:gd name="connsiteY22" fmla="*/ 185886 h 524672"/>
              <a:gd name="connsiteX23" fmla="*/ 509959 w 605876"/>
              <a:gd name="connsiteY23" fmla="*/ 288244 h 524672"/>
              <a:gd name="connsiteX24" fmla="*/ 501919 w 605876"/>
              <a:gd name="connsiteY24" fmla="*/ 295532 h 524672"/>
              <a:gd name="connsiteX25" fmla="*/ 486898 w 605876"/>
              <a:gd name="connsiteY25" fmla="*/ 302082 h 524672"/>
              <a:gd name="connsiteX26" fmla="*/ 487216 w 605876"/>
              <a:gd name="connsiteY26" fmla="*/ 302927 h 524672"/>
              <a:gd name="connsiteX27" fmla="*/ 212394 w 605876"/>
              <a:gd name="connsiteY27" fmla="*/ 303772 h 524672"/>
              <a:gd name="connsiteX28" fmla="*/ 198748 w 605876"/>
              <a:gd name="connsiteY28" fmla="*/ 360813 h 524672"/>
              <a:gd name="connsiteX29" fmla="*/ 533865 w 605876"/>
              <a:gd name="connsiteY29" fmla="*/ 360285 h 524672"/>
              <a:gd name="connsiteX30" fmla="*/ 533865 w 605876"/>
              <a:gd name="connsiteY30" fmla="*/ 403594 h 524672"/>
              <a:gd name="connsiteX31" fmla="*/ 167225 w 605876"/>
              <a:gd name="connsiteY31" fmla="*/ 406340 h 524672"/>
              <a:gd name="connsiteX32" fmla="*/ 145434 w 605876"/>
              <a:gd name="connsiteY32" fmla="*/ 377714 h 524672"/>
              <a:gd name="connsiteX33" fmla="*/ 181612 w 605876"/>
              <a:gd name="connsiteY33" fmla="*/ 279793 h 524672"/>
              <a:gd name="connsiteX34" fmla="*/ 181506 w 605876"/>
              <a:gd name="connsiteY34" fmla="*/ 279793 h 524672"/>
              <a:gd name="connsiteX35" fmla="*/ 131789 w 605876"/>
              <a:gd name="connsiteY35" fmla="*/ 122507 h 524672"/>
              <a:gd name="connsiteX36" fmla="*/ 98044 w 605876"/>
              <a:gd name="connsiteY36" fmla="*/ 47298 h 524672"/>
              <a:gd name="connsiteX37" fmla="*/ 30979 w 605876"/>
              <a:gd name="connsiteY37" fmla="*/ 45291 h 524672"/>
              <a:gd name="connsiteX38" fmla="*/ 20824 w 605876"/>
              <a:gd name="connsiteY38" fmla="*/ 47931 h 524672"/>
              <a:gd name="connsiteX39" fmla="*/ 10140 w 605876"/>
              <a:gd name="connsiteY39" fmla="*/ 8214 h 524672"/>
              <a:gd name="connsiteX40" fmla="*/ 53061 w 605876"/>
              <a:gd name="connsiteY40" fmla="*/ 1 h 524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05876" h="524672">
                <a:moveTo>
                  <a:pt x="205065" y="428776"/>
                </a:moveTo>
                <a:cubicBezTo>
                  <a:pt x="214175" y="431298"/>
                  <a:pt x="222161" y="436947"/>
                  <a:pt x="226551" y="446081"/>
                </a:cubicBezTo>
                <a:cubicBezTo>
                  <a:pt x="229089" y="448299"/>
                  <a:pt x="231310" y="450833"/>
                  <a:pt x="233109" y="453684"/>
                </a:cubicBezTo>
                <a:cubicBezTo>
                  <a:pt x="242100" y="468151"/>
                  <a:pt x="238186" y="486102"/>
                  <a:pt x="228349" y="499196"/>
                </a:cubicBezTo>
                <a:cubicBezTo>
                  <a:pt x="226974" y="502047"/>
                  <a:pt x="225493" y="504793"/>
                  <a:pt x="223377" y="507538"/>
                </a:cubicBezTo>
                <a:cubicBezTo>
                  <a:pt x="196721" y="542174"/>
                  <a:pt x="136746" y="520527"/>
                  <a:pt x="141188" y="476282"/>
                </a:cubicBezTo>
                <a:cubicBezTo>
                  <a:pt x="143198" y="455902"/>
                  <a:pt x="157690" y="437528"/>
                  <a:pt x="176835" y="430241"/>
                </a:cubicBezTo>
                <a:cubicBezTo>
                  <a:pt x="185721" y="426862"/>
                  <a:pt x="195955" y="426255"/>
                  <a:pt x="205065" y="428776"/>
                </a:cubicBezTo>
                <a:close/>
                <a:moveTo>
                  <a:pt x="481191" y="426712"/>
                </a:moveTo>
                <a:cubicBezTo>
                  <a:pt x="488080" y="427095"/>
                  <a:pt x="494506" y="429631"/>
                  <a:pt x="499583" y="434333"/>
                </a:cubicBezTo>
                <a:cubicBezTo>
                  <a:pt x="503391" y="435178"/>
                  <a:pt x="507093" y="436446"/>
                  <a:pt x="510478" y="438454"/>
                </a:cubicBezTo>
                <a:cubicBezTo>
                  <a:pt x="529201" y="449548"/>
                  <a:pt x="536499" y="474274"/>
                  <a:pt x="526874" y="493716"/>
                </a:cubicBezTo>
                <a:cubicBezTo>
                  <a:pt x="518517" y="510727"/>
                  <a:pt x="498102" y="524886"/>
                  <a:pt x="478851" y="524041"/>
                </a:cubicBezTo>
                <a:cubicBezTo>
                  <a:pt x="456743" y="522984"/>
                  <a:pt x="438655" y="505973"/>
                  <a:pt x="435059" y="484629"/>
                </a:cubicBezTo>
                <a:cubicBezTo>
                  <a:pt x="431568" y="464024"/>
                  <a:pt x="441723" y="442363"/>
                  <a:pt x="460022" y="432008"/>
                </a:cubicBezTo>
                <a:cubicBezTo>
                  <a:pt x="466951" y="428099"/>
                  <a:pt x="474302" y="426329"/>
                  <a:pt x="481191" y="426712"/>
                </a:cubicBezTo>
                <a:close/>
                <a:moveTo>
                  <a:pt x="53061" y="1"/>
                </a:moveTo>
                <a:cubicBezTo>
                  <a:pt x="68584" y="54"/>
                  <a:pt x="84451" y="1823"/>
                  <a:pt x="98044" y="2087"/>
                </a:cubicBezTo>
                <a:cubicBezTo>
                  <a:pt x="121634" y="2510"/>
                  <a:pt x="134433" y="1453"/>
                  <a:pt x="147021" y="21735"/>
                </a:cubicBezTo>
                <a:cubicBezTo>
                  <a:pt x="151887" y="29657"/>
                  <a:pt x="156013" y="38847"/>
                  <a:pt x="159609" y="48882"/>
                </a:cubicBezTo>
                <a:cubicBezTo>
                  <a:pt x="300405" y="43072"/>
                  <a:pt x="435700" y="56593"/>
                  <a:pt x="576919" y="34622"/>
                </a:cubicBezTo>
                <a:cubicBezTo>
                  <a:pt x="593315" y="31981"/>
                  <a:pt x="610028" y="44340"/>
                  <a:pt x="604951" y="62508"/>
                </a:cubicBezTo>
                <a:cubicBezTo>
                  <a:pt x="592363" y="106240"/>
                  <a:pt x="565811" y="142789"/>
                  <a:pt x="551531" y="185886"/>
                </a:cubicBezTo>
                <a:cubicBezTo>
                  <a:pt x="539154" y="223175"/>
                  <a:pt x="532279" y="255392"/>
                  <a:pt x="509959" y="288244"/>
                </a:cubicBezTo>
                <a:cubicBezTo>
                  <a:pt x="507632" y="291624"/>
                  <a:pt x="504881" y="293948"/>
                  <a:pt x="501919" y="295532"/>
                </a:cubicBezTo>
                <a:cubicBezTo>
                  <a:pt x="498217" y="299335"/>
                  <a:pt x="493351" y="302082"/>
                  <a:pt x="486898" y="302082"/>
                </a:cubicBezTo>
                <a:lnTo>
                  <a:pt x="487216" y="302927"/>
                </a:lnTo>
                <a:cubicBezTo>
                  <a:pt x="404282" y="309581"/>
                  <a:pt x="294481" y="328384"/>
                  <a:pt x="212394" y="303772"/>
                </a:cubicBezTo>
                <a:cubicBezTo>
                  <a:pt x="210067" y="323102"/>
                  <a:pt x="204990" y="342010"/>
                  <a:pt x="198748" y="360813"/>
                </a:cubicBezTo>
                <a:cubicBezTo>
                  <a:pt x="310348" y="359756"/>
                  <a:pt x="422371" y="356904"/>
                  <a:pt x="533865" y="360285"/>
                </a:cubicBezTo>
                <a:cubicBezTo>
                  <a:pt x="561898" y="361024"/>
                  <a:pt x="561686" y="402537"/>
                  <a:pt x="533865" y="403594"/>
                </a:cubicBezTo>
                <a:cubicBezTo>
                  <a:pt x="411899" y="408453"/>
                  <a:pt x="289298" y="405706"/>
                  <a:pt x="167225" y="406340"/>
                </a:cubicBezTo>
                <a:cubicBezTo>
                  <a:pt x="153157" y="406340"/>
                  <a:pt x="140780" y="391763"/>
                  <a:pt x="145434" y="377714"/>
                </a:cubicBezTo>
                <a:cubicBezTo>
                  <a:pt x="156542" y="344440"/>
                  <a:pt x="164793" y="310321"/>
                  <a:pt x="181612" y="279793"/>
                </a:cubicBezTo>
                <a:cubicBezTo>
                  <a:pt x="181506" y="279793"/>
                  <a:pt x="181506" y="279793"/>
                  <a:pt x="181506" y="279793"/>
                </a:cubicBezTo>
                <a:cubicBezTo>
                  <a:pt x="164369" y="227505"/>
                  <a:pt x="148291" y="174901"/>
                  <a:pt x="131789" y="122507"/>
                </a:cubicBezTo>
                <a:cubicBezTo>
                  <a:pt x="125230" y="101698"/>
                  <a:pt x="120470" y="57544"/>
                  <a:pt x="98044" y="47298"/>
                </a:cubicBezTo>
                <a:cubicBezTo>
                  <a:pt x="90957" y="44023"/>
                  <a:pt x="37854" y="42016"/>
                  <a:pt x="30979" y="45291"/>
                </a:cubicBezTo>
                <a:cubicBezTo>
                  <a:pt x="27488" y="46981"/>
                  <a:pt x="24632" y="47614"/>
                  <a:pt x="20824" y="47931"/>
                </a:cubicBezTo>
                <a:cubicBezTo>
                  <a:pt x="-439" y="49410"/>
                  <a:pt x="-7843" y="18037"/>
                  <a:pt x="10140" y="8214"/>
                </a:cubicBezTo>
                <a:cubicBezTo>
                  <a:pt x="22358" y="1612"/>
                  <a:pt x="37537" y="-52"/>
                  <a:pt x="53061" y="1"/>
                </a:cubicBez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252381" y="1570823"/>
            <a:ext cx="9687239" cy="1667677"/>
            <a:chOff x="1252381" y="1570823"/>
            <a:chExt cx="9687239" cy="1667677"/>
          </a:xfrm>
        </p:grpSpPr>
        <p:sp>
          <p:nvSpPr>
            <p:cNvPr id="10" name="圆角矩形 9"/>
            <p:cNvSpPr/>
            <p:nvPr/>
          </p:nvSpPr>
          <p:spPr>
            <a:xfrm>
              <a:off x="1252381" y="1570823"/>
              <a:ext cx="9687239" cy="1667677"/>
            </a:xfrm>
            <a:prstGeom prst="roundRect">
              <a:avLst>
                <a:gd name="adj" fmla="val 14339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676400" y="1905000"/>
              <a:ext cx="3250065" cy="945224"/>
              <a:chOff x="1676400" y="1905000"/>
              <a:chExt cx="3250065" cy="945224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1676400" y="1905000"/>
                <a:ext cx="76200" cy="933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1976700" y="1905000"/>
                <a:ext cx="23339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TW" altLang="en-US" sz="2000" spc="300" dirty="0">
                    <a:solidFill>
                      <a:schemeClr val="bg1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小計畫</a:t>
                </a:r>
                <a:endParaRPr lang="zh-CN" altLang="en-US" sz="2000" spc="3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976700" y="2236530"/>
                <a:ext cx="2949765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sz="1200" dirty="0">
                    <a:solidFill>
                      <a:schemeClr val="bg1">
                        <a:lumMod val="95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手機拍攝後，用</a:t>
                </a:r>
                <a:r>
                  <a:rPr lang="en-US" altLang="zh-TW" sz="1200" dirty="0">
                    <a:solidFill>
                      <a:schemeClr val="bg1">
                        <a:lumMod val="95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Maya</a:t>
                </a:r>
                <a:r>
                  <a:rPr lang="zh-TW" altLang="en-US" sz="1200" dirty="0">
                    <a:solidFill>
                      <a:schemeClr val="bg1">
                        <a:lumMod val="95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進行建模，再將模型導入</a:t>
                </a:r>
                <a:r>
                  <a:rPr lang="en-US" altLang="zh-TW" sz="1200" dirty="0">
                    <a:solidFill>
                      <a:schemeClr val="bg1">
                        <a:lumMod val="95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Unity</a:t>
                </a:r>
                <a:r>
                  <a:rPr lang="zh-TW" altLang="en-US" sz="1200" dirty="0">
                    <a:solidFill>
                      <a:schemeClr val="bg1">
                        <a:lumMod val="95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模擬植物生長及其環境。</a:t>
                </a:r>
                <a:endParaRPr lang="zh-CN" altLang="en-US" sz="1200" dirty="0">
                  <a:solidFill>
                    <a:schemeClr val="bg1">
                      <a:lumMod val="9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endParaRP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4973366" y="4855603"/>
            <a:ext cx="2333963" cy="1013804"/>
            <a:chOff x="4973366" y="4855603"/>
            <a:chExt cx="2333963" cy="1013804"/>
          </a:xfrm>
        </p:grpSpPr>
        <p:sp>
          <p:nvSpPr>
            <p:cNvPr id="17" name="文本框 12"/>
            <p:cNvSpPr txBox="1"/>
            <p:nvPr/>
          </p:nvSpPr>
          <p:spPr>
            <a:xfrm>
              <a:off x="5288625" y="4855603"/>
              <a:ext cx="17034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2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Maya</a:t>
              </a:r>
              <a:endParaRPr lang="zh-CN" altLang="en-US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973366" y="5255713"/>
              <a:ext cx="2333963" cy="613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hlinkClick r:id="rId3"/>
                </a:rPr>
                <a:t>Maya</a:t>
              </a:r>
              <a:r>
                <a:rPr lang="zh-TW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hlinkClick r:id="rId3"/>
                </a:rPr>
                <a:t>教學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hlinkClick r:id="rId4"/>
                </a:rPr>
                <a:t>free3D</a:t>
              </a:r>
              <a:r>
                <a:rPr lang="zh-TW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hlinkClick r:id="rId4"/>
                </a:rPr>
                <a:t>素材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8526056" y="4855603"/>
            <a:ext cx="2333963" cy="1013804"/>
            <a:chOff x="4973366" y="4855603"/>
            <a:chExt cx="2333963" cy="1013804"/>
          </a:xfrm>
        </p:grpSpPr>
        <p:sp>
          <p:nvSpPr>
            <p:cNvPr id="22" name="文本框 12"/>
            <p:cNvSpPr txBox="1"/>
            <p:nvPr/>
          </p:nvSpPr>
          <p:spPr>
            <a:xfrm>
              <a:off x="5288625" y="4855603"/>
              <a:ext cx="17034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Unity</a:t>
              </a:r>
              <a:endParaRPr lang="zh-CN" altLang="en-US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973366" y="5255713"/>
              <a:ext cx="2333963" cy="613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hlinkClick r:id="rId5"/>
                </a:rPr>
                <a:t>Unity</a:t>
              </a:r>
              <a:r>
                <a:rPr lang="zh-TW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hlinkClick r:id="rId5"/>
                </a:rPr>
                <a:t>教學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hlinkClick r:id="rId6"/>
                </a:rPr>
                <a:t>Maya &gt; Unity</a:t>
              </a:r>
              <a:r>
                <a:rPr lang="zh-TW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hlinkClick r:id="rId6"/>
                </a:rPr>
                <a:t>注意事項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504164" y="4855603"/>
            <a:ext cx="2333963" cy="1013804"/>
            <a:chOff x="4973366" y="4855603"/>
            <a:chExt cx="2333963" cy="1013804"/>
          </a:xfrm>
        </p:grpSpPr>
        <p:sp>
          <p:nvSpPr>
            <p:cNvPr id="25" name="文本框 12"/>
            <p:cNvSpPr txBox="1"/>
            <p:nvPr/>
          </p:nvSpPr>
          <p:spPr>
            <a:xfrm>
              <a:off x="5288625" y="4855603"/>
              <a:ext cx="17034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Camera</a:t>
              </a:r>
              <a:endParaRPr lang="zh-CN" altLang="en-US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973366" y="5255713"/>
              <a:ext cx="2333963" cy="613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TW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由於樹較高，所以選擇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TW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使用手機搭配自拍棒。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02AD949-D527-4C84-B58A-D9F409CC9D80}"/>
              </a:ext>
            </a:extLst>
          </p:cNvPr>
          <p:cNvGrpSpPr/>
          <p:nvPr/>
        </p:nvGrpSpPr>
        <p:grpSpPr>
          <a:xfrm>
            <a:off x="415234" y="-199604"/>
            <a:ext cx="3140765" cy="1272564"/>
            <a:chOff x="415234" y="-199604"/>
            <a:chExt cx="3140765" cy="1272564"/>
          </a:xfrm>
        </p:grpSpPr>
        <p:sp>
          <p:nvSpPr>
            <p:cNvPr id="31" name="饼形 6">
              <a:extLst>
                <a:ext uri="{FF2B5EF4-FFF2-40B4-BE49-F238E27FC236}">
                  <a16:creationId xmlns:a16="http://schemas.microsoft.com/office/drawing/2014/main" id="{250A6E11-76F5-4C6C-83AA-D0FEC0BC3C02}"/>
                </a:ext>
              </a:extLst>
            </p:cNvPr>
            <p:cNvSpPr/>
            <p:nvPr/>
          </p:nvSpPr>
          <p:spPr>
            <a:xfrm rot="16200000">
              <a:off x="610005" y="-394375"/>
              <a:ext cx="1210658" cy="1600200"/>
            </a:xfrm>
            <a:prstGeom prst="pie">
              <a:avLst>
                <a:gd name="adj1" fmla="val 10780140"/>
                <a:gd name="adj2" fmla="val 1620000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D4136E6-E95F-474F-9A62-CD1D22F06696}"/>
                </a:ext>
              </a:extLst>
            </p:cNvPr>
            <p:cNvSpPr/>
            <p:nvPr/>
          </p:nvSpPr>
          <p:spPr>
            <a:xfrm>
              <a:off x="546360" y="360163"/>
              <a:ext cx="149859" cy="178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15211DF6-9FE4-4E75-A647-4ADB91A30B45}"/>
                </a:ext>
              </a:extLst>
            </p:cNvPr>
            <p:cNvSpPr txBox="1"/>
            <p:nvPr/>
          </p:nvSpPr>
          <p:spPr>
            <a:xfrm>
              <a:off x="1269561" y="360163"/>
              <a:ext cx="22533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8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器材</a:t>
              </a:r>
              <a:r>
                <a:rPr lang="en-US" altLang="zh-TW" sz="28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/</a:t>
              </a:r>
              <a:r>
                <a:rPr lang="zh-TW" altLang="en-US" sz="28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軟體</a:t>
              </a:r>
              <a:endParaRPr lang="zh-CN" altLang="en-US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34" name="文本框 19">
              <a:extLst>
                <a:ext uri="{FF2B5EF4-FFF2-40B4-BE49-F238E27FC236}">
                  <a16:creationId xmlns:a16="http://schemas.microsoft.com/office/drawing/2014/main" id="{065A921C-B5A1-4462-9FCF-2040EDFF658C}"/>
                </a:ext>
              </a:extLst>
            </p:cNvPr>
            <p:cNvSpPr txBox="1"/>
            <p:nvPr/>
          </p:nvSpPr>
          <p:spPr>
            <a:xfrm>
              <a:off x="1291314" y="731776"/>
              <a:ext cx="2264685" cy="341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TW" sz="1200" i="1" spc="200" dirty="0">
                  <a:solidFill>
                    <a:schemeClr val="bg1">
                      <a:lumMod val="65000"/>
                    </a:schemeClr>
                  </a:solidFill>
                </a:rPr>
                <a:t>E</a:t>
              </a:r>
              <a:r>
                <a:rPr lang="en-US" altLang="zh-CN" sz="1200" i="1" spc="200" dirty="0">
                  <a:solidFill>
                    <a:schemeClr val="bg1">
                      <a:lumMod val="65000"/>
                    </a:schemeClr>
                  </a:solidFill>
                </a:rPr>
                <a:t>quipment/Software</a:t>
              </a:r>
              <a:endParaRPr lang="zh-CN" altLang="en-US" sz="1200" i="1" spc="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C8C13E99-566B-4C2F-B33F-09A0295135A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787" y="3922213"/>
            <a:ext cx="858293" cy="59487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025EA4A-DFAF-4230-A396-1CC934CFC16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41222" y1="13214" x2="41222" y2="13214"/>
                        <a14:backgroundMark x1="37333" y1="12679" x2="37333" y2="12679"/>
                        <a14:backgroundMark x1="29333" y1="14107" x2="29333" y2="14107"/>
                        <a14:backgroundMark x1="32889" y1="13214" x2="32889" y2="13214"/>
                        <a14:backgroundMark x1="27556" y1="13750" x2="27556" y2="13750"/>
                        <a14:backgroundMark x1="30778" y1="12679" x2="30778" y2="12679"/>
                        <a14:backgroundMark x1="35556" y1="13214" x2="35556" y2="13214"/>
                        <a14:backgroundMark x1="25222" y1="19464" x2="25222" y2="19464"/>
                        <a14:backgroundMark x1="24889" y1="16071" x2="24889" y2="16071"/>
                        <a14:backgroundMark x1="49778" y1="46071" x2="49778" y2="46071"/>
                        <a14:backgroundMark x1="50000" y1="47500" x2="50000" y2="47500"/>
                        <a14:backgroundMark x1="58000" y1="15536" x2="58000" y2="15536"/>
                        <a14:backgroundMark x1="75556" y1="16071" x2="75556" y2="16071"/>
                        <a14:backgroundMark x1="74333" y1="14643" x2="74333" y2="14643"/>
                        <a14:backgroundMark x1="60444" y1="65179" x2="60444" y2="65179"/>
                        <a14:backgroundMark x1="24889" y1="32321" x2="24889" y2="32321"/>
                        <a14:backgroundMark x1="24889" y1="60357" x2="24889" y2="60357"/>
                        <a14:backgroundMark x1="24556" y1="68393" x2="24556" y2="68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40037" y="3768134"/>
            <a:ext cx="1483924" cy="923330"/>
          </a:xfrm>
          <a:prstGeom prst="rect">
            <a:avLst/>
          </a:prstGeom>
        </p:spPr>
      </p:pic>
      <p:pic>
        <p:nvPicPr>
          <p:cNvPr id="19" name="圖片 18" descr="一張含有 文字 的圖片&#10;&#10;自動產生的描述">
            <a:extLst>
              <a:ext uri="{FF2B5EF4-FFF2-40B4-BE49-F238E27FC236}">
                <a16:creationId xmlns:a16="http://schemas.microsoft.com/office/drawing/2014/main" id="{90B0F354-FE4B-48D3-9A57-6E188A3FE07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835" y="3537908"/>
            <a:ext cx="2045224" cy="13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667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/>
        </p:nvSpPr>
        <p:spPr>
          <a:xfrm rot="18000000">
            <a:off x="-510994" y="-624161"/>
            <a:ext cx="2766480" cy="2825746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  <a:gd name="connsiteX0" fmla="*/ 110247 w 1807143"/>
              <a:gd name="connsiteY0" fmla="*/ 283275 h 1874848"/>
              <a:gd name="connsiteX1" fmla="*/ 862722 w 1807143"/>
              <a:gd name="connsiteY1" fmla="*/ 1873950 h 1874848"/>
              <a:gd name="connsiteX2" fmla="*/ 1786647 w 1807143"/>
              <a:gd name="connsiteY2" fmla="*/ 445200 h 1874848"/>
              <a:gd name="connsiteX3" fmla="*/ 110247 w 1807143"/>
              <a:gd name="connsiteY3" fmla="*/ 283275 h 1874848"/>
              <a:gd name="connsiteX0" fmla="*/ 110247 w 1816444"/>
              <a:gd name="connsiteY0" fmla="*/ 273208 h 1864752"/>
              <a:gd name="connsiteX1" fmla="*/ 862722 w 1816444"/>
              <a:gd name="connsiteY1" fmla="*/ 1863883 h 1864752"/>
              <a:gd name="connsiteX2" fmla="*/ 1786647 w 1816444"/>
              <a:gd name="connsiteY2" fmla="*/ 435133 h 1864752"/>
              <a:gd name="connsiteX3" fmla="*/ 110247 w 1816444"/>
              <a:gd name="connsiteY3" fmla="*/ 273208 h 1864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6444" h="1864752">
                <a:moveTo>
                  <a:pt x="110247" y="273208"/>
                </a:moveTo>
                <a:cubicBezTo>
                  <a:pt x="-291391" y="806608"/>
                  <a:pt x="507122" y="1827371"/>
                  <a:pt x="862722" y="1863883"/>
                </a:cubicBezTo>
                <a:cubicBezTo>
                  <a:pt x="1218322" y="1900395"/>
                  <a:pt x="1975560" y="776446"/>
                  <a:pt x="1786647" y="435133"/>
                </a:cubicBezTo>
                <a:cubicBezTo>
                  <a:pt x="1597734" y="93820"/>
                  <a:pt x="511885" y="-260192"/>
                  <a:pt x="110247" y="273208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梯形 11"/>
          <p:cNvSpPr/>
          <p:nvPr/>
        </p:nvSpPr>
        <p:spPr>
          <a:xfrm rot="13500000">
            <a:off x="9877370" y="-599766"/>
            <a:ext cx="2085441" cy="1512062"/>
          </a:xfrm>
          <a:custGeom>
            <a:avLst/>
            <a:gdLst>
              <a:gd name="connsiteX0" fmla="*/ 0 w 3339385"/>
              <a:gd name="connsiteY0" fmla="*/ 2647336 h 2647336"/>
              <a:gd name="connsiteX1" fmla="*/ 661834 w 3339385"/>
              <a:gd name="connsiteY1" fmla="*/ 0 h 2647336"/>
              <a:gd name="connsiteX2" fmla="*/ 2677551 w 3339385"/>
              <a:gd name="connsiteY2" fmla="*/ 0 h 2647336"/>
              <a:gd name="connsiteX3" fmla="*/ 3339385 w 3339385"/>
              <a:gd name="connsiteY3" fmla="*/ 2647336 h 2647336"/>
              <a:gd name="connsiteX4" fmla="*/ 0 w 3339385"/>
              <a:gd name="connsiteY4" fmla="*/ 2647336 h 2647336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487594"/>
              <a:gd name="connsiteY0" fmla="*/ 2978253 h 2978253"/>
              <a:gd name="connsiteX1" fmla="*/ 661834 w 3487594"/>
              <a:gd name="connsiteY1" fmla="*/ 330917 h 2978253"/>
              <a:gd name="connsiteX2" fmla="*/ 2677551 w 3487594"/>
              <a:gd name="connsiteY2" fmla="*/ 330917 h 2978253"/>
              <a:gd name="connsiteX3" fmla="*/ 3339385 w 3487594"/>
              <a:gd name="connsiteY3" fmla="*/ 2978253 h 2978253"/>
              <a:gd name="connsiteX4" fmla="*/ 0 w 3487594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78253 h 2978253"/>
              <a:gd name="connsiteX1" fmla="*/ 661834 w 3339385"/>
              <a:gd name="connsiteY1" fmla="*/ 330917 h 2978253"/>
              <a:gd name="connsiteX2" fmla="*/ 2677551 w 3339385"/>
              <a:gd name="connsiteY2" fmla="*/ 330917 h 2978253"/>
              <a:gd name="connsiteX3" fmla="*/ 3339385 w 3339385"/>
              <a:gd name="connsiteY3" fmla="*/ 2978253 h 2978253"/>
              <a:gd name="connsiteX4" fmla="*/ 0 w 3339385"/>
              <a:gd name="connsiteY4" fmla="*/ 2978253 h 2978253"/>
              <a:gd name="connsiteX0" fmla="*/ 0 w 3339385"/>
              <a:gd name="connsiteY0" fmla="*/ 2996159 h 2996159"/>
              <a:gd name="connsiteX1" fmla="*/ 661834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339385"/>
              <a:gd name="connsiteY0" fmla="*/ 2996159 h 2996159"/>
              <a:gd name="connsiteX1" fmla="*/ 775282 w 3339385"/>
              <a:gd name="connsiteY1" fmla="*/ 348823 h 2996159"/>
              <a:gd name="connsiteX2" fmla="*/ 2400233 w 3339385"/>
              <a:gd name="connsiteY2" fmla="*/ 314038 h 2996159"/>
              <a:gd name="connsiteX3" fmla="*/ 3339385 w 3339385"/>
              <a:gd name="connsiteY3" fmla="*/ 2996159 h 2996159"/>
              <a:gd name="connsiteX4" fmla="*/ 0 w 3339385"/>
              <a:gd name="connsiteY4" fmla="*/ 2996159 h 2996159"/>
              <a:gd name="connsiteX0" fmla="*/ 0 w 3474973"/>
              <a:gd name="connsiteY0" fmla="*/ 2998122 h 3028357"/>
              <a:gd name="connsiteX1" fmla="*/ 775282 w 3474973"/>
              <a:gd name="connsiteY1" fmla="*/ 350786 h 3028357"/>
              <a:gd name="connsiteX2" fmla="*/ 2400233 w 3474973"/>
              <a:gd name="connsiteY2" fmla="*/ 316001 h 3028357"/>
              <a:gd name="connsiteX3" fmla="*/ 3474973 w 3474973"/>
              <a:gd name="connsiteY3" fmla="*/ 3028357 h 3028357"/>
              <a:gd name="connsiteX4" fmla="*/ 0 w 3474973"/>
              <a:gd name="connsiteY4" fmla="*/ 2998122 h 3028357"/>
              <a:gd name="connsiteX0" fmla="*/ 0 w 3746151"/>
              <a:gd name="connsiteY0" fmla="*/ 2967887 h 3028357"/>
              <a:gd name="connsiteX1" fmla="*/ 1046460 w 3746151"/>
              <a:gd name="connsiteY1" fmla="*/ 350786 h 3028357"/>
              <a:gd name="connsiteX2" fmla="*/ 2671411 w 3746151"/>
              <a:gd name="connsiteY2" fmla="*/ 316001 h 3028357"/>
              <a:gd name="connsiteX3" fmla="*/ 3746151 w 3746151"/>
              <a:gd name="connsiteY3" fmla="*/ 3028357 h 3028357"/>
              <a:gd name="connsiteX4" fmla="*/ 0 w 3746151"/>
              <a:gd name="connsiteY4" fmla="*/ 2967887 h 3028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46151" h="3028357">
                <a:moveTo>
                  <a:pt x="0" y="2967887"/>
                </a:moveTo>
                <a:cubicBezTo>
                  <a:pt x="220611" y="2085442"/>
                  <a:pt x="508349" y="1157031"/>
                  <a:pt x="1046460" y="350786"/>
                </a:cubicBezTo>
                <a:cubicBezTo>
                  <a:pt x="1492718" y="-90437"/>
                  <a:pt x="2221463" y="-130261"/>
                  <a:pt x="2671411" y="316001"/>
                </a:cubicBezTo>
                <a:cubicBezTo>
                  <a:pt x="3121360" y="762263"/>
                  <a:pt x="3493909" y="2180734"/>
                  <a:pt x="3746151" y="3028357"/>
                </a:cubicBezTo>
                <a:lnTo>
                  <a:pt x="0" y="296788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 rot="1695913">
            <a:off x="9459961" y="5674652"/>
            <a:ext cx="2309336" cy="2366697"/>
          </a:xfrm>
          <a:custGeom>
            <a:avLst/>
            <a:gdLst>
              <a:gd name="connsiteX0" fmla="*/ 23727 w 1761625"/>
              <a:gd name="connsiteY0" fmla="*/ 386077 h 1700705"/>
              <a:gd name="connsiteX1" fmla="*/ 747627 w 1761625"/>
              <a:gd name="connsiteY1" fmla="*/ 1700527 h 1700705"/>
              <a:gd name="connsiteX2" fmla="*/ 1757277 w 1761625"/>
              <a:gd name="connsiteY2" fmla="*/ 290827 h 1700705"/>
              <a:gd name="connsiteX3" fmla="*/ 328527 w 1761625"/>
              <a:gd name="connsiteY3" fmla="*/ 5077 h 1700705"/>
              <a:gd name="connsiteX4" fmla="*/ 23727 w 1761625"/>
              <a:gd name="connsiteY4" fmla="*/ 386077 h 1700705"/>
              <a:gd name="connsiteX0" fmla="*/ 23727 w 1763559"/>
              <a:gd name="connsiteY0" fmla="*/ 386077 h 1701593"/>
              <a:gd name="connsiteX1" fmla="*/ 747627 w 1763559"/>
              <a:gd name="connsiteY1" fmla="*/ 1700527 h 1701593"/>
              <a:gd name="connsiteX2" fmla="*/ 1757277 w 1763559"/>
              <a:gd name="connsiteY2" fmla="*/ 290827 h 1701593"/>
              <a:gd name="connsiteX3" fmla="*/ 328527 w 1763559"/>
              <a:gd name="connsiteY3" fmla="*/ 5077 h 1701593"/>
              <a:gd name="connsiteX4" fmla="*/ 23727 w 1763559"/>
              <a:gd name="connsiteY4" fmla="*/ 386077 h 1701593"/>
              <a:gd name="connsiteX0" fmla="*/ 23009 w 1760907"/>
              <a:gd name="connsiteY0" fmla="*/ 668528 h 1719417"/>
              <a:gd name="connsiteX1" fmla="*/ 746909 w 1760907"/>
              <a:gd name="connsiteY1" fmla="*/ 1716278 h 1719417"/>
              <a:gd name="connsiteX2" fmla="*/ 1756559 w 1760907"/>
              <a:gd name="connsiteY2" fmla="*/ 306578 h 1719417"/>
              <a:gd name="connsiteX3" fmla="*/ 327809 w 1760907"/>
              <a:gd name="connsiteY3" fmla="*/ 20828 h 1719417"/>
              <a:gd name="connsiteX4" fmla="*/ 23009 w 1760907"/>
              <a:gd name="connsiteY4" fmla="*/ 668528 h 1719417"/>
              <a:gd name="connsiteX0" fmla="*/ 5885 w 1743783"/>
              <a:gd name="connsiteY0" fmla="*/ 764690 h 1815643"/>
              <a:gd name="connsiteX1" fmla="*/ 729785 w 1743783"/>
              <a:gd name="connsiteY1" fmla="*/ 1812440 h 1815643"/>
              <a:gd name="connsiteX2" fmla="*/ 1739435 w 1743783"/>
              <a:gd name="connsiteY2" fmla="*/ 402740 h 1815643"/>
              <a:gd name="connsiteX3" fmla="*/ 463085 w 1743783"/>
              <a:gd name="connsiteY3" fmla="*/ 12215 h 1815643"/>
              <a:gd name="connsiteX4" fmla="*/ 5885 w 1743783"/>
              <a:gd name="connsiteY4" fmla="*/ 764690 h 1815643"/>
              <a:gd name="connsiteX0" fmla="*/ 5885 w 1744149"/>
              <a:gd name="connsiteY0" fmla="*/ 764690 h 1812466"/>
              <a:gd name="connsiteX1" fmla="*/ 729785 w 1744149"/>
              <a:gd name="connsiteY1" fmla="*/ 1812440 h 1812466"/>
              <a:gd name="connsiteX2" fmla="*/ 1739435 w 1744149"/>
              <a:gd name="connsiteY2" fmla="*/ 402740 h 1812466"/>
              <a:gd name="connsiteX3" fmla="*/ 463085 w 1744149"/>
              <a:gd name="connsiteY3" fmla="*/ 12215 h 1812466"/>
              <a:gd name="connsiteX4" fmla="*/ 5885 w 1744149"/>
              <a:gd name="connsiteY4" fmla="*/ 764690 h 1812466"/>
              <a:gd name="connsiteX0" fmla="*/ 5885 w 1744149"/>
              <a:gd name="connsiteY0" fmla="*/ 779479 h 1827255"/>
              <a:gd name="connsiteX1" fmla="*/ 729785 w 1744149"/>
              <a:gd name="connsiteY1" fmla="*/ 1827229 h 1827255"/>
              <a:gd name="connsiteX2" fmla="*/ 1739435 w 1744149"/>
              <a:gd name="connsiteY2" fmla="*/ 417529 h 1827255"/>
              <a:gd name="connsiteX3" fmla="*/ 463085 w 1744149"/>
              <a:gd name="connsiteY3" fmla="*/ 27004 h 1827255"/>
              <a:gd name="connsiteX4" fmla="*/ 5885 w 1744149"/>
              <a:gd name="connsiteY4" fmla="*/ 779479 h 1827255"/>
              <a:gd name="connsiteX0" fmla="*/ 5885 w 1757044"/>
              <a:gd name="connsiteY0" fmla="*/ 779479 h 1827259"/>
              <a:gd name="connsiteX1" fmla="*/ 729785 w 1757044"/>
              <a:gd name="connsiteY1" fmla="*/ 1827229 h 1827259"/>
              <a:gd name="connsiteX2" fmla="*/ 1739435 w 1757044"/>
              <a:gd name="connsiteY2" fmla="*/ 417529 h 1827259"/>
              <a:gd name="connsiteX3" fmla="*/ 463085 w 1757044"/>
              <a:gd name="connsiteY3" fmla="*/ 27004 h 1827259"/>
              <a:gd name="connsiteX4" fmla="*/ 5885 w 1757044"/>
              <a:gd name="connsiteY4" fmla="*/ 779479 h 1827259"/>
              <a:gd name="connsiteX0" fmla="*/ 5885 w 1799344"/>
              <a:gd name="connsiteY0" fmla="*/ 779479 h 1827259"/>
              <a:gd name="connsiteX1" fmla="*/ 729785 w 1799344"/>
              <a:gd name="connsiteY1" fmla="*/ 1827229 h 1827259"/>
              <a:gd name="connsiteX2" fmla="*/ 1739435 w 1799344"/>
              <a:gd name="connsiteY2" fmla="*/ 417529 h 1827259"/>
              <a:gd name="connsiteX3" fmla="*/ 463085 w 1799344"/>
              <a:gd name="connsiteY3" fmla="*/ 27004 h 1827259"/>
              <a:gd name="connsiteX4" fmla="*/ 5885 w 1799344"/>
              <a:gd name="connsiteY4" fmla="*/ 779479 h 1827259"/>
              <a:gd name="connsiteX0" fmla="*/ 9310 w 1745619"/>
              <a:gd name="connsiteY0" fmla="*/ 685664 h 1733440"/>
              <a:gd name="connsiteX1" fmla="*/ 733210 w 1745619"/>
              <a:gd name="connsiteY1" fmla="*/ 1733414 h 1733440"/>
              <a:gd name="connsiteX2" fmla="*/ 1742860 w 1745619"/>
              <a:gd name="connsiteY2" fmla="*/ 323714 h 1733440"/>
              <a:gd name="connsiteX3" fmla="*/ 418885 w 1745619"/>
              <a:gd name="connsiteY3" fmla="*/ 18914 h 1733440"/>
              <a:gd name="connsiteX4" fmla="*/ 9310 w 1745619"/>
              <a:gd name="connsiteY4" fmla="*/ 685664 h 1733440"/>
              <a:gd name="connsiteX0" fmla="*/ 12052 w 1748850"/>
              <a:gd name="connsiteY0" fmla="*/ 729612 h 1777388"/>
              <a:gd name="connsiteX1" fmla="*/ 735952 w 1748850"/>
              <a:gd name="connsiteY1" fmla="*/ 1777362 h 1777388"/>
              <a:gd name="connsiteX2" fmla="*/ 1745602 w 1748850"/>
              <a:gd name="connsiteY2" fmla="*/ 367662 h 1777388"/>
              <a:gd name="connsiteX3" fmla="*/ 393052 w 1748850"/>
              <a:gd name="connsiteY3" fmla="*/ 15237 h 1777388"/>
              <a:gd name="connsiteX4" fmla="*/ 12052 w 1748850"/>
              <a:gd name="connsiteY4" fmla="*/ 729612 h 1777388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0861 w 1775992"/>
              <a:gd name="connsiteY0" fmla="*/ 679262 h 1776944"/>
              <a:gd name="connsiteX1" fmla="*/ 763336 w 1775992"/>
              <a:gd name="connsiteY1" fmla="*/ 1774637 h 1776944"/>
              <a:gd name="connsiteX2" fmla="*/ 1772986 w 1775992"/>
              <a:gd name="connsiteY2" fmla="*/ 364937 h 1776944"/>
              <a:gd name="connsiteX3" fmla="*/ 420436 w 1775992"/>
              <a:gd name="connsiteY3" fmla="*/ 12512 h 1776944"/>
              <a:gd name="connsiteX4" fmla="*/ 10861 w 1775992"/>
              <a:gd name="connsiteY4" fmla="*/ 679262 h 1776944"/>
              <a:gd name="connsiteX0" fmla="*/ 15219 w 1782417"/>
              <a:gd name="connsiteY0" fmla="*/ 679465 h 1796157"/>
              <a:gd name="connsiteX1" fmla="*/ 853419 w 1782417"/>
              <a:gd name="connsiteY1" fmla="*/ 1793890 h 1796157"/>
              <a:gd name="connsiteX2" fmla="*/ 1777344 w 1782417"/>
              <a:gd name="connsiteY2" fmla="*/ 365140 h 1796157"/>
              <a:gd name="connsiteX3" fmla="*/ 424794 w 1782417"/>
              <a:gd name="connsiteY3" fmla="*/ 12715 h 1796157"/>
              <a:gd name="connsiteX4" fmla="*/ 15219 w 1782417"/>
              <a:gd name="connsiteY4" fmla="*/ 679465 h 1796157"/>
              <a:gd name="connsiteX0" fmla="*/ 11937 w 1779135"/>
              <a:gd name="connsiteY0" fmla="*/ 693345 h 1810037"/>
              <a:gd name="connsiteX1" fmla="*/ 850137 w 1779135"/>
              <a:gd name="connsiteY1" fmla="*/ 1807770 h 1810037"/>
              <a:gd name="connsiteX2" fmla="*/ 1774062 w 1779135"/>
              <a:gd name="connsiteY2" fmla="*/ 379020 h 1810037"/>
              <a:gd name="connsiteX3" fmla="*/ 421512 w 1779135"/>
              <a:gd name="connsiteY3" fmla="*/ 26595 h 1810037"/>
              <a:gd name="connsiteX4" fmla="*/ 11937 w 1779135"/>
              <a:gd name="connsiteY4" fmla="*/ 693345 h 1810037"/>
              <a:gd name="connsiteX0" fmla="*/ 14258 w 1781456"/>
              <a:gd name="connsiteY0" fmla="*/ 679466 h 1796158"/>
              <a:gd name="connsiteX1" fmla="*/ 852458 w 1781456"/>
              <a:gd name="connsiteY1" fmla="*/ 1793891 h 1796158"/>
              <a:gd name="connsiteX2" fmla="*/ 1776383 w 1781456"/>
              <a:gd name="connsiteY2" fmla="*/ 365141 h 1796158"/>
              <a:gd name="connsiteX3" fmla="*/ 423833 w 1781456"/>
              <a:gd name="connsiteY3" fmla="*/ 12716 h 1796158"/>
              <a:gd name="connsiteX4" fmla="*/ 14258 w 1781456"/>
              <a:gd name="connsiteY4" fmla="*/ 679466 h 1796158"/>
              <a:gd name="connsiteX0" fmla="*/ 37377 w 1394588"/>
              <a:gd name="connsiteY0" fmla="*/ 87190 h 1870464"/>
              <a:gd name="connsiteX1" fmla="*/ 466002 w 1394588"/>
              <a:gd name="connsiteY1" fmla="*/ 1868365 h 1870464"/>
              <a:gd name="connsiteX2" fmla="*/ 1389927 w 1394588"/>
              <a:gd name="connsiteY2" fmla="*/ 439615 h 1870464"/>
              <a:gd name="connsiteX3" fmla="*/ 37377 w 1394588"/>
              <a:gd name="connsiteY3" fmla="*/ 87190 h 1870464"/>
              <a:gd name="connsiteX0" fmla="*/ 23985 w 1714079"/>
              <a:gd name="connsiteY0" fmla="*/ 123464 h 1714590"/>
              <a:gd name="connsiteX1" fmla="*/ 776460 w 1714079"/>
              <a:gd name="connsiteY1" fmla="*/ 1714139 h 1714590"/>
              <a:gd name="connsiteX2" fmla="*/ 1700385 w 1714079"/>
              <a:gd name="connsiteY2" fmla="*/ 285389 h 1714590"/>
              <a:gd name="connsiteX3" fmla="*/ 23985 w 1714079"/>
              <a:gd name="connsiteY3" fmla="*/ 123464 h 1714590"/>
              <a:gd name="connsiteX0" fmla="*/ 103744 w 1793838"/>
              <a:gd name="connsiteY0" fmla="*/ 254346 h 1845472"/>
              <a:gd name="connsiteX1" fmla="*/ 856219 w 1793838"/>
              <a:gd name="connsiteY1" fmla="*/ 1845021 h 1845472"/>
              <a:gd name="connsiteX2" fmla="*/ 1780144 w 1793838"/>
              <a:gd name="connsiteY2" fmla="*/ 416271 h 1845472"/>
              <a:gd name="connsiteX3" fmla="*/ 103744 w 1793838"/>
              <a:gd name="connsiteY3" fmla="*/ 254346 h 1845472"/>
              <a:gd name="connsiteX0" fmla="*/ 103744 w 1801778"/>
              <a:gd name="connsiteY0" fmla="*/ 263564 h 1854705"/>
              <a:gd name="connsiteX1" fmla="*/ 856219 w 1801778"/>
              <a:gd name="connsiteY1" fmla="*/ 1854239 h 1854705"/>
              <a:gd name="connsiteX2" fmla="*/ 1780144 w 1801778"/>
              <a:gd name="connsiteY2" fmla="*/ 425489 h 1854705"/>
              <a:gd name="connsiteX3" fmla="*/ 103744 w 1801778"/>
              <a:gd name="connsiteY3" fmla="*/ 263564 h 1854705"/>
              <a:gd name="connsiteX0" fmla="*/ 110247 w 1810119"/>
              <a:gd name="connsiteY0" fmla="*/ 263564 h 1855080"/>
              <a:gd name="connsiteX1" fmla="*/ 862722 w 1810119"/>
              <a:gd name="connsiteY1" fmla="*/ 1854239 h 1855080"/>
              <a:gd name="connsiteX2" fmla="*/ 1786647 w 1810119"/>
              <a:gd name="connsiteY2" fmla="*/ 425489 h 1855080"/>
              <a:gd name="connsiteX3" fmla="*/ 110247 w 1810119"/>
              <a:gd name="connsiteY3" fmla="*/ 263564 h 185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0119" h="1855080">
                <a:moveTo>
                  <a:pt x="110247" y="263564"/>
                </a:moveTo>
                <a:cubicBezTo>
                  <a:pt x="-291391" y="796964"/>
                  <a:pt x="507122" y="1817727"/>
                  <a:pt x="862722" y="1854239"/>
                </a:cubicBezTo>
                <a:cubicBezTo>
                  <a:pt x="1218322" y="1890751"/>
                  <a:pt x="1950160" y="728702"/>
                  <a:pt x="1786647" y="425489"/>
                </a:cubicBezTo>
                <a:cubicBezTo>
                  <a:pt x="1623134" y="122276"/>
                  <a:pt x="511885" y="-269836"/>
                  <a:pt x="110247" y="26356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4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6543C8E-92E8-4D03-BF14-59E482BA077F}"/>
              </a:ext>
            </a:extLst>
          </p:cNvPr>
          <p:cNvSpPr txBox="1"/>
          <p:nvPr/>
        </p:nvSpPr>
        <p:spPr>
          <a:xfrm>
            <a:off x="3999913" y="2274838"/>
            <a:ext cx="419217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7200" b="1" spc="600" dirty="0">
                <a:solidFill>
                  <a:schemeClr val="bg2">
                    <a:lumMod val="25000"/>
                  </a:schemeClr>
                </a:solidFill>
              </a:rPr>
              <a:t>報告結束</a:t>
            </a:r>
            <a:endParaRPr lang="en-US" altLang="zh-TW" sz="7200" b="1" spc="6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zh-TW" altLang="en-US" sz="7200" b="1" spc="600" dirty="0">
                <a:solidFill>
                  <a:schemeClr val="bg2">
                    <a:lumMod val="25000"/>
                  </a:schemeClr>
                </a:solidFill>
              </a:rPr>
              <a:t>謝謝老師</a:t>
            </a:r>
          </a:p>
        </p:txBody>
      </p:sp>
    </p:spTree>
    <p:extLst>
      <p:ext uri="{BB962C8B-B14F-4D97-AF65-F5344CB8AC3E}">
        <p14:creationId xmlns:p14="http://schemas.microsoft.com/office/powerpoint/2010/main" val="3986968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oo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寬螢幕</PresentationFormat>
  <Paragraphs>63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等线 Light</vt:lpstr>
      <vt:lpstr>思源黑体 CN Light</vt:lpstr>
      <vt:lpstr>思源黑体 CN Normal</vt:lpstr>
      <vt:lpstr>等线</vt:lpstr>
      <vt:lpstr>Arial</vt:lpstr>
      <vt:lpstr>思源黑体 CN Medium</vt:lpstr>
      <vt:lpstr>Office 主题​​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tzuchin hsu</cp:lastModifiedBy>
  <cp:revision>97</cp:revision>
  <dcterms:created xsi:type="dcterms:W3CDTF">2019-10-12T02:28:02Z</dcterms:created>
  <dcterms:modified xsi:type="dcterms:W3CDTF">2021-03-11T02:18:32Z</dcterms:modified>
</cp:coreProperties>
</file>